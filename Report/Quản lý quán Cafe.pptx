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6" r:id="rId2"/>
    <p:sldId id="256" r:id="rId3"/>
    <p:sldId id="257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7" r:id="rId14"/>
    <p:sldId id="276" r:id="rId15"/>
    <p:sldId id="278" r:id="rId16"/>
    <p:sldId id="279" r:id="rId17"/>
    <p:sldId id="280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5" r:id="rId26"/>
  </p:sldIdLst>
  <p:sldSz cx="18288000" cy="10287000"/>
  <p:notesSz cx="6858000" cy="9144000"/>
  <p:embeddedFontLst>
    <p:embeddedFont>
      <p:font typeface="Cakerolli" panose="020B0604020202020204" charset="-34"/>
      <p:regular r:id="rId27"/>
    </p:embeddedFont>
    <p:embeddedFont>
      <p:font typeface="Cascadia Code" panose="020B0609020000020004" pitchFamily="49" charset="0"/>
      <p:regular r:id="rId28"/>
      <p:bold r:id="rId29"/>
    </p:embeddedFont>
    <p:embeddedFont>
      <p:font typeface="Genty" panose="020B0604020202020204" charset="0"/>
      <p:regular r:id="rId30"/>
    </p:embeddedFont>
    <p:embeddedFont>
      <p:font typeface="iCiel Soup of Justice" pitchFamily="2" charset="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E8D47"/>
    <a:srgbClr val="F9F6F0"/>
    <a:srgbClr val="E0BD7A"/>
    <a:srgbClr val="462812"/>
    <a:srgbClr val="50564F"/>
    <a:srgbClr val="F5E6CC"/>
    <a:srgbClr val="EDE2D3"/>
    <a:srgbClr val="E0CEB5"/>
    <a:srgbClr val="F4E8D3"/>
    <a:srgbClr val="7668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33" d="100"/>
          <a:sy n="33" d="100"/>
        </p:scale>
        <p:origin x="1524" y="4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svg"/><Relationship Id="rId3" Type="http://schemas.openxmlformats.org/officeDocument/2006/relationships/image" Target="../media/image13.svg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2" Type="http://schemas.openxmlformats.org/officeDocument/2006/relationships/image" Target="../media/image12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8.svg"/><Relationship Id="rId5" Type="http://schemas.openxmlformats.org/officeDocument/2006/relationships/image" Target="../media/image2.png"/><Relationship Id="rId15" Type="http://schemas.openxmlformats.org/officeDocument/2006/relationships/image" Target="../media/image14.png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3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12" Type="http://schemas.openxmlformats.org/officeDocument/2006/relationships/image" Target="../media/image2.png"/><Relationship Id="rId2" Type="http://schemas.openxmlformats.org/officeDocument/2006/relationships/image" Target="../media/image14.png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openxmlformats.org/officeDocument/2006/relationships/image" Target="../media/image1.png"/><Relationship Id="rId5" Type="http://schemas.openxmlformats.org/officeDocument/2006/relationships/image" Target="../media/image7.png"/><Relationship Id="rId15" Type="http://schemas.openxmlformats.org/officeDocument/2006/relationships/image" Target="../media/image5.png"/><Relationship Id="rId10" Type="http://schemas.openxmlformats.org/officeDocument/2006/relationships/image" Target="../media/image11.png"/><Relationship Id="rId4" Type="http://schemas.openxmlformats.org/officeDocument/2006/relationships/image" Target="../media/image13.svg"/><Relationship Id="rId9" Type="http://schemas.openxmlformats.org/officeDocument/2006/relationships/image" Target="../media/image10.svg"/><Relationship Id="rId1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1.png"/><Relationship Id="rId4" Type="http://schemas.openxmlformats.org/officeDocument/2006/relationships/image" Target="../media/image13.svg"/><Relationship Id="rId9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1.png"/><Relationship Id="rId4" Type="http://schemas.openxmlformats.org/officeDocument/2006/relationships/image" Target="../media/image13.svg"/><Relationship Id="rId9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1.png"/><Relationship Id="rId4" Type="http://schemas.openxmlformats.org/officeDocument/2006/relationships/image" Target="../media/image13.svg"/><Relationship Id="rId9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5.png"/><Relationship Id="rId10" Type="http://schemas.openxmlformats.org/officeDocument/2006/relationships/image" Target="../media/image13.svg"/><Relationship Id="rId4" Type="http://schemas.openxmlformats.org/officeDocument/2006/relationships/image" Target="../media/image8.sv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Relationship Id="rId9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5.png"/><Relationship Id="rId10" Type="http://schemas.openxmlformats.org/officeDocument/2006/relationships/image" Target="../media/image13.svg"/><Relationship Id="rId4" Type="http://schemas.openxmlformats.org/officeDocument/2006/relationships/image" Target="../media/image8.svg"/><Relationship Id="rId9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5.png"/><Relationship Id="rId10" Type="http://schemas.openxmlformats.org/officeDocument/2006/relationships/image" Target="../media/image13.svg"/><Relationship Id="rId4" Type="http://schemas.openxmlformats.org/officeDocument/2006/relationships/image" Target="../media/image8.svg"/><Relationship Id="rId9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sv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15.png"/><Relationship Id="rId9" Type="http://schemas.openxmlformats.org/officeDocument/2006/relationships/image" Target="../media/image13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5.png"/><Relationship Id="rId10" Type="http://schemas.openxmlformats.org/officeDocument/2006/relationships/image" Target="../media/image13.svg"/><Relationship Id="rId4" Type="http://schemas.openxmlformats.org/officeDocument/2006/relationships/image" Target="../media/image8.svg"/><Relationship Id="rId9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4.png"/><Relationship Id="rId3" Type="http://schemas.openxmlformats.org/officeDocument/2006/relationships/image" Target="../media/image8.svg"/><Relationship Id="rId7" Type="http://schemas.openxmlformats.org/officeDocument/2006/relationships/image" Target="../media/image11.png"/><Relationship Id="rId12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11" Type="http://schemas.openxmlformats.org/officeDocument/2006/relationships/image" Target="../media/image2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15.png"/><Relationship Id="rId9" Type="http://schemas.openxmlformats.org/officeDocument/2006/relationships/image" Target="../media/image13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3.svg"/><Relationship Id="rId7" Type="http://schemas.openxmlformats.org/officeDocument/2006/relationships/image" Target="../media/image10.svg"/><Relationship Id="rId12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4.png"/><Relationship Id="rId5" Type="http://schemas.openxmlformats.org/officeDocument/2006/relationships/image" Target="../media/image8.svg"/><Relationship Id="rId10" Type="http://schemas.openxmlformats.org/officeDocument/2006/relationships/image" Target="../media/image3.png"/><Relationship Id="rId4" Type="http://schemas.openxmlformats.org/officeDocument/2006/relationships/image" Target="../media/image7.png"/><Relationship Id="rId9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3.svg"/><Relationship Id="rId7" Type="http://schemas.openxmlformats.org/officeDocument/2006/relationships/image" Target="../media/image10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4.png"/><Relationship Id="rId5" Type="http://schemas.openxmlformats.org/officeDocument/2006/relationships/image" Target="../media/image8.svg"/><Relationship Id="rId10" Type="http://schemas.openxmlformats.org/officeDocument/2006/relationships/image" Target="../media/image3.png"/><Relationship Id="rId4" Type="http://schemas.openxmlformats.org/officeDocument/2006/relationships/image" Target="../media/image7.png"/><Relationship Id="rId9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3.svg"/><Relationship Id="rId7" Type="http://schemas.openxmlformats.org/officeDocument/2006/relationships/image" Target="../media/image10.svg"/><Relationship Id="rId12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6.png"/><Relationship Id="rId5" Type="http://schemas.openxmlformats.org/officeDocument/2006/relationships/image" Target="../media/image8.svg"/><Relationship Id="rId10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3.svg"/><Relationship Id="rId7" Type="http://schemas.openxmlformats.org/officeDocument/2006/relationships/image" Target="../media/image10.svg"/><Relationship Id="rId12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5.png"/><Relationship Id="rId5" Type="http://schemas.openxmlformats.org/officeDocument/2006/relationships/image" Target="../media/image8.svg"/><Relationship Id="rId10" Type="http://schemas.openxmlformats.org/officeDocument/2006/relationships/image" Target="../media/image1.png"/><Relationship Id="rId4" Type="http://schemas.openxmlformats.org/officeDocument/2006/relationships/image" Target="../media/image7.png"/><Relationship Id="rId9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10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svg"/><Relationship Id="rId7" Type="http://schemas.openxmlformats.org/officeDocument/2006/relationships/image" Target="../media/image10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3.svg"/><Relationship Id="rId7" Type="http://schemas.openxmlformats.org/officeDocument/2006/relationships/image" Target="../media/image10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3.svg"/><Relationship Id="rId7" Type="http://schemas.openxmlformats.org/officeDocument/2006/relationships/image" Target="../media/image10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3.svg"/><Relationship Id="rId7" Type="http://schemas.openxmlformats.org/officeDocument/2006/relationships/image" Target="../media/image10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2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3.svg"/><Relationship Id="rId7" Type="http://schemas.openxmlformats.org/officeDocument/2006/relationships/image" Target="../media/image10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BD7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244DE2-6B08-EB91-DCC5-A7B1F3A58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13F37B3-5F43-2EAF-8586-3A350BB0CD41}"/>
              </a:ext>
            </a:extLst>
          </p:cNvPr>
          <p:cNvSpPr/>
          <p:nvPr/>
        </p:nvSpPr>
        <p:spPr>
          <a:xfrm rot="-1145022">
            <a:off x="19083114" y="10083201"/>
            <a:ext cx="2919558" cy="5587671"/>
          </a:xfrm>
          <a:custGeom>
            <a:avLst/>
            <a:gdLst/>
            <a:ahLst/>
            <a:cxnLst/>
            <a:rect l="l" t="t" r="r" b="b"/>
            <a:pathLst>
              <a:path w="2919558" h="5587671">
                <a:moveTo>
                  <a:pt x="0" y="0"/>
                </a:moveTo>
                <a:lnTo>
                  <a:pt x="2919558" y="0"/>
                </a:lnTo>
                <a:lnTo>
                  <a:pt x="2919558" y="5587672"/>
                </a:lnTo>
                <a:lnTo>
                  <a:pt x="0" y="5587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8198B96-FE23-78E9-D1CD-82765003BC18}"/>
              </a:ext>
            </a:extLst>
          </p:cNvPr>
          <p:cNvSpPr/>
          <p:nvPr/>
        </p:nvSpPr>
        <p:spPr>
          <a:xfrm rot="1213108">
            <a:off x="-2114899" y="10718087"/>
            <a:ext cx="2760501" cy="6100555"/>
          </a:xfrm>
          <a:custGeom>
            <a:avLst/>
            <a:gdLst/>
            <a:ahLst/>
            <a:cxnLst/>
            <a:rect l="l" t="t" r="r" b="b"/>
            <a:pathLst>
              <a:path w="2760501" h="6100555">
                <a:moveTo>
                  <a:pt x="0" y="0"/>
                </a:moveTo>
                <a:lnTo>
                  <a:pt x="2760502" y="0"/>
                </a:lnTo>
                <a:lnTo>
                  <a:pt x="2760502" y="6100555"/>
                </a:lnTo>
                <a:lnTo>
                  <a:pt x="0" y="61005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08D86F24-F035-C6C8-F220-D54F21FFEDFC}"/>
              </a:ext>
            </a:extLst>
          </p:cNvPr>
          <p:cNvSpPr/>
          <p:nvPr/>
        </p:nvSpPr>
        <p:spPr>
          <a:xfrm rot="-596623">
            <a:off x="330453" y="11142547"/>
            <a:ext cx="4365496" cy="4547392"/>
          </a:xfrm>
          <a:custGeom>
            <a:avLst/>
            <a:gdLst/>
            <a:ahLst/>
            <a:cxnLst/>
            <a:rect l="l" t="t" r="r" b="b"/>
            <a:pathLst>
              <a:path w="4365496" h="4547392">
                <a:moveTo>
                  <a:pt x="0" y="0"/>
                </a:moveTo>
                <a:lnTo>
                  <a:pt x="4365497" y="0"/>
                </a:lnTo>
                <a:lnTo>
                  <a:pt x="4365497" y="4547392"/>
                </a:lnTo>
                <a:lnTo>
                  <a:pt x="0" y="45473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3A478A8C-DB02-3405-F2E9-A8113032AD91}"/>
              </a:ext>
            </a:extLst>
          </p:cNvPr>
          <p:cNvSpPr/>
          <p:nvPr/>
        </p:nvSpPr>
        <p:spPr>
          <a:xfrm rot="311423">
            <a:off x="14512694" y="11352443"/>
            <a:ext cx="4836492" cy="4709534"/>
          </a:xfrm>
          <a:custGeom>
            <a:avLst/>
            <a:gdLst/>
            <a:ahLst/>
            <a:cxnLst/>
            <a:rect l="l" t="t" r="r" b="b"/>
            <a:pathLst>
              <a:path w="4836492" h="4709534">
                <a:moveTo>
                  <a:pt x="0" y="0"/>
                </a:moveTo>
                <a:lnTo>
                  <a:pt x="4836492" y="0"/>
                </a:lnTo>
                <a:lnTo>
                  <a:pt x="4836492" y="4709534"/>
                </a:lnTo>
                <a:lnTo>
                  <a:pt x="0" y="47095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97EC1A4A-EE7E-2680-1DB0-47A06F2F098B}"/>
              </a:ext>
            </a:extLst>
          </p:cNvPr>
          <p:cNvSpPr/>
          <p:nvPr/>
        </p:nvSpPr>
        <p:spPr>
          <a:xfrm rot="-889238">
            <a:off x="3711874" y="12150488"/>
            <a:ext cx="5671733" cy="3863868"/>
          </a:xfrm>
          <a:custGeom>
            <a:avLst/>
            <a:gdLst/>
            <a:ahLst/>
            <a:cxnLst/>
            <a:rect l="l" t="t" r="r" b="b"/>
            <a:pathLst>
              <a:path w="5671733" h="3863868">
                <a:moveTo>
                  <a:pt x="0" y="0"/>
                </a:moveTo>
                <a:lnTo>
                  <a:pt x="5671734" y="0"/>
                </a:lnTo>
                <a:lnTo>
                  <a:pt x="5671734" y="3863869"/>
                </a:lnTo>
                <a:lnTo>
                  <a:pt x="0" y="38638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AE249937-070A-630D-62E4-5E3D9DC69760}"/>
              </a:ext>
            </a:extLst>
          </p:cNvPr>
          <p:cNvSpPr/>
          <p:nvPr/>
        </p:nvSpPr>
        <p:spPr>
          <a:xfrm>
            <a:off x="9518641" y="12092736"/>
            <a:ext cx="5119304" cy="3727494"/>
          </a:xfrm>
          <a:custGeom>
            <a:avLst/>
            <a:gdLst/>
            <a:ahLst/>
            <a:cxnLst/>
            <a:rect l="l" t="t" r="r" b="b"/>
            <a:pathLst>
              <a:path w="5119304" h="3727494">
                <a:moveTo>
                  <a:pt x="0" y="0"/>
                </a:moveTo>
                <a:lnTo>
                  <a:pt x="5119304" y="0"/>
                </a:lnTo>
                <a:lnTo>
                  <a:pt x="5119304" y="3727494"/>
                </a:lnTo>
                <a:lnTo>
                  <a:pt x="0" y="372749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14C64DAB-2490-3941-0846-C2D99ED2A79D}"/>
              </a:ext>
            </a:extLst>
          </p:cNvPr>
          <p:cNvSpPr/>
          <p:nvPr/>
        </p:nvSpPr>
        <p:spPr>
          <a:xfrm rot="-10800000">
            <a:off x="16390517" y="-2885989"/>
            <a:ext cx="5636712" cy="4114800"/>
          </a:xfrm>
          <a:custGeom>
            <a:avLst/>
            <a:gdLst/>
            <a:ahLst/>
            <a:cxnLst/>
            <a:rect l="l" t="t" r="r" b="b"/>
            <a:pathLst>
              <a:path w="5636712" h="4114800">
                <a:moveTo>
                  <a:pt x="0" y="0"/>
                </a:moveTo>
                <a:lnTo>
                  <a:pt x="5636712" y="0"/>
                </a:lnTo>
                <a:lnTo>
                  <a:pt x="56367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E9426C52-9248-1776-CC16-43979751BC3D}"/>
              </a:ext>
            </a:extLst>
          </p:cNvPr>
          <p:cNvSpPr/>
          <p:nvPr/>
        </p:nvSpPr>
        <p:spPr>
          <a:xfrm rot="-10800000" flipH="1">
            <a:off x="-3084029" y="-2804004"/>
            <a:ext cx="5636712" cy="4114800"/>
          </a:xfrm>
          <a:custGeom>
            <a:avLst/>
            <a:gdLst/>
            <a:ahLst/>
            <a:cxnLst/>
            <a:rect l="l" t="t" r="r" b="b"/>
            <a:pathLst>
              <a:path w="5636712" h="4114800">
                <a:moveTo>
                  <a:pt x="5636712" y="0"/>
                </a:moveTo>
                <a:lnTo>
                  <a:pt x="0" y="0"/>
                </a:lnTo>
                <a:lnTo>
                  <a:pt x="0" y="4114800"/>
                </a:lnTo>
                <a:lnTo>
                  <a:pt x="5636712" y="4114800"/>
                </a:lnTo>
                <a:lnTo>
                  <a:pt x="5636712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FC4FB2CD-07AA-4D22-71E3-85A605F76CBE}"/>
              </a:ext>
            </a:extLst>
          </p:cNvPr>
          <p:cNvSpPr/>
          <p:nvPr/>
        </p:nvSpPr>
        <p:spPr>
          <a:xfrm rot="-1242283">
            <a:off x="-870906" y="666814"/>
            <a:ext cx="752380" cy="807925"/>
          </a:xfrm>
          <a:custGeom>
            <a:avLst/>
            <a:gdLst/>
            <a:ahLst/>
            <a:cxnLst/>
            <a:rect l="l" t="t" r="r" b="b"/>
            <a:pathLst>
              <a:path w="752380" h="807925">
                <a:moveTo>
                  <a:pt x="0" y="0"/>
                </a:moveTo>
                <a:lnTo>
                  <a:pt x="752381" y="0"/>
                </a:lnTo>
                <a:lnTo>
                  <a:pt x="752381" y="807924"/>
                </a:lnTo>
                <a:lnTo>
                  <a:pt x="0" y="8079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D60E402C-3EAF-4E95-246E-969CDAEC6F98}"/>
              </a:ext>
            </a:extLst>
          </p:cNvPr>
          <p:cNvSpPr/>
          <p:nvPr/>
        </p:nvSpPr>
        <p:spPr>
          <a:xfrm rot="-1242283">
            <a:off x="13207588" y="-1418703"/>
            <a:ext cx="642325" cy="689745"/>
          </a:xfrm>
          <a:custGeom>
            <a:avLst/>
            <a:gdLst/>
            <a:ahLst/>
            <a:cxnLst/>
            <a:rect l="l" t="t" r="r" b="b"/>
            <a:pathLst>
              <a:path w="642325" h="689745">
                <a:moveTo>
                  <a:pt x="0" y="0"/>
                </a:moveTo>
                <a:lnTo>
                  <a:pt x="642325" y="0"/>
                </a:lnTo>
                <a:lnTo>
                  <a:pt x="642325" y="689745"/>
                </a:lnTo>
                <a:lnTo>
                  <a:pt x="0" y="68974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1BF535C5-BAB7-8F83-FC59-6B337AE2A7DA}"/>
              </a:ext>
            </a:extLst>
          </p:cNvPr>
          <p:cNvSpPr/>
          <p:nvPr/>
        </p:nvSpPr>
        <p:spPr>
          <a:xfrm rot="-1242283">
            <a:off x="2227644" y="10854855"/>
            <a:ext cx="387550" cy="416161"/>
          </a:xfrm>
          <a:custGeom>
            <a:avLst/>
            <a:gdLst/>
            <a:ahLst/>
            <a:cxnLst/>
            <a:rect l="l" t="t" r="r" b="b"/>
            <a:pathLst>
              <a:path w="387550" h="416161">
                <a:moveTo>
                  <a:pt x="0" y="0"/>
                </a:moveTo>
                <a:lnTo>
                  <a:pt x="387550" y="0"/>
                </a:lnTo>
                <a:lnTo>
                  <a:pt x="387550" y="416161"/>
                </a:lnTo>
                <a:lnTo>
                  <a:pt x="0" y="4161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3FEF27BD-4629-876C-0118-47DCC8E3B457}"/>
              </a:ext>
            </a:extLst>
          </p:cNvPr>
          <p:cNvSpPr/>
          <p:nvPr/>
        </p:nvSpPr>
        <p:spPr>
          <a:xfrm rot="1958843">
            <a:off x="19139098" y="4603367"/>
            <a:ext cx="1159538" cy="1245141"/>
          </a:xfrm>
          <a:custGeom>
            <a:avLst/>
            <a:gdLst/>
            <a:ahLst/>
            <a:cxnLst/>
            <a:rect l="l" t="t" r="r" b="b"/>
            <a:pathLst>
              <a:path w="1159538" h="1245141">
                <a:moveTo>
                  <a:pt x="0" y="0"/>
                </a:moveTo>
                <a:lnTo>
                  <a:pt x="1159538" y="0"/>
                </a:lnTo>
                <a:lnTo>
                  <a:pt x="1159538" y="1245141"/>
                </a:lnTo>
                <a:lnTo>
                  <a:pt x="0" y="124514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1F3BBB4-B039-6446-4F7F-33B6975D2DC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5400000">
            <a:off x="-6031283" y="4214694"/>
            <a:ext cx="9546473" cy="104679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2B24C09-4994-012B-76FB-B514A70BE4F4}"/>
              </a:ext>
            </a:extLst>
          </p:cNvPr>
          <p:cNvSpPr txBox="1"/>
          <p:nvPr/>
        </p:nvSpPr>
        <p:spPr>
          <a:xfrm>
            <a:off x="5733056" y="12031248"/>
            <a:ext cx="682188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800" b="1">
                <a:solidFill>
                  <a:srgbClr val="46281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Nguyễn Chí Nguyên – 24521186</a:t>
            </a:r>
          </a:p>
          <a:p>
            <a:pPr algn="ctr"/>
            <a:r>
              <a:rPr lang="vi-VN" sz="2800" b="1">
                <a:solidFill>
                  <a:srgbClr val="46281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Nguyễn Ngọc Lan Anh - 24520109</a:t>
            </a:r>
          </a:p>
          <a:p>
            <a:pPr algn="ctr"/>
            <a:r>
              <a:rPr lang="vi-VN" sz="2800" b="1">
                <a:solidFill>
                  <a:srgbClr val="46281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Lê Thành Nghĩa - 24521143</a:t>
            </a:r>
            <a:endParaRPr lang="en-US" sz="2800" b="1">
              <a:solidFill>
                <a:srgbClr val="462812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A63B790-13ED-B393-1FE0-3E9EF7F89C59}"/>
              </a:ext>
            </a:extLst>
          </p:cNvPr>
          <p:cNvGrpSpPr/>
          <p:nvPr/>
        </p:nvGrpSpPr>
        <p:grpSpPr>
          <a:xfrm>
            <a:off x="2344782" y="-5132190"/>
            <a:ext cx="13598436" cy="4656371"/>
            <a:chOff x="2242153" y="1581652"/>
            <a:chExt cx="13598436" cy="4656371"/>
          </a:xfrm>
        </p:grpSpPr>
        <p:sp>
          <p:nvSpPr>
            <p:cNvPr id="22" name="TextBox 8">
              <a:extLst>
                <a:ext uri="{FF2B5EF4-FFF2-40B4-BE49-F238E27FC236}">
                  <a16:creationId xmlns:a16="http://schemas.microsoft.com/office/drawing/2014/main" id="{DCC2F0BE-F690-ADD3-0B44-C55BC6439460}"/>
                </a:ext>
              </a:extLst>
            </p:cNvPr>
            <p:cNvSpPr txBox="1"/>
            <p:nvPr/>
          </p:nvSpPr>
          <p:spPr>
            <a:xfrm>
              <a:off x="4682432" y="3352618"/>
              <a:ext cx="3531232" cy="288540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201"/>
                </a:lnSpc>
              </a:pPr>
              <a:r>
                <a:rPr lang="vi-VN" sz="22000">
                  <a:solidFill>
                    <a:srgbClr val="766839"/>
                  </a:solidFill>
                  <a:latin typeface="Genty"/>
                  <a:ea typeface="Genty"/>
                  <a:cs typeface="Genty"/>
                  <a:sym typeface="Genty"/>
                </a:rPr>
                <a:t>30</a:t>
              </a:r>
              <a:endParaRPr lang="en-US" sz="22000">
                <a:solidFill>
                  <a:srgbClr val="766839"/>
                </a:solidFill>
                <a:latin typeface="Genty"/>
                <a:ea typeface="Genty"/>
                <a:cs typeface="Genty"/>
                <a:sym typeface="Genty"/>
              </a:endParaRPr>
            </a:p>
          </p:txBody>
        </p:sp>
        <p:sp>
          <p:nvSpPr>
            <p:cNvPr id="23" name="TextBox 8">
              <a:extLst>
                <a:ext uri="{FF2B5EF4-FFF2-40B4-BE49-F238E27FC236}">
                  <a16:creationId xmlns:a16="http://schemas.microsoft.com/office/drawing/2014/main" id="{D0B647E1-BDB3-87D8-CB5B-52A7228D3AE0}"/>
                </a:ext>
              </a:extLst>
            </p:cNvPr>
            <p:cNvSpPr txBox="1"/>
            <p:nvPr/>
          </p:nvSpPr>
          <p:spPr>
            <a:xfrm>
              <a:off x="6348356" y="1581652"/>
              <a:ext cx="9292849" cy="203902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201"/>
                </a:lnSpc>
              </a:pPr>
              <a:r>
                <a:rPr lang="vi-VN" sz="7200">
                  <a:solidFill>
                    <a:srgbClr val="FFF9F1"/>
                  </a:solidFill>
                  <a:latin typeface="iCiel Soup of Justice" pitchFamily="2" charset="0"/>
                  <a:ea typeface="Genty"/>
                  <a:cs typeface="Genty"/>
                  <a:sym typeface="Genty"/>
                </a:rPr>
                <a:t>Phần mềm quản lý</a:t>
              </a:r>
              <a:endParaRPr lang="en-US" sz="7200">
                <a:solidFill>
                  <a:srgbClr val="FFF9F1"/>
                </a:solidFill>
                <a:latin typeface="iCiel Soup of Justice" pitchFamily="2" charset="0"/>
                <a:ea typeface="Genty"/>
                <a:cs typeface="Genty"/>
                <a:sym typeface="Genty"/>
              </a:endParaRPr>
            </a:p>
          </p:txBody>
        </p:sp>
        <p:sp>
          <p:nvSpPr>
            <p:cNvPr id="24" name="TextBox 8">
              <a:extLst>
                <a:ext uri="{FF2B5EF4-FFF2-40B4-BE49-F238E27FC236}">
                  <a16:creationId xmlns:a16="http://schemas.microsoft.com/office/drawing/2014/main" id="{E08D62FE-7315-662C-364F-2FC2F42A5430}"/>
                </a:ext>
              </a:extLst>
            </p:cNvPr>
            <p:cNvSpPr txBox="1"/>
            <p:nvPr/>
          </p:nvSpPr>
          <p:spPr>
            <a:xfrm>
              <a:off x="6547740" y="2872219"/>
              <a:ext cx="9292849" cy="203902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201"/>
                </a:lnSpc>
              </a:pPr>
              <a:r>
                <a:rPr lang="vi-VN" sz="11500">
                  <a:solidFill>
                    <a:srgbClr val="FCF9F3"/>
                  </a:solidFill>
                  <a:latin typeface="iCiel Soup of Justice" pitchFamily="2" charset="0"/>
                  <a:ea typeface="Genty"/>
                  <a:cs typeface="Genty"/>
                  <a:sym typeface="Genty"/>
                </a:rPr>
                <a:t>quán Cafe</a:t>
              </a:r>
              <a:endParaRPr lang="en-US" sz="11500">
                <a:solidFill>
                  <a:srgbClr val="FCF9F3"/>
                </a:solidFill>
                <a:latin typeface="iCiel Soup of Justice" pitchFamily="2" charset="0"/>
                <a:ea typeface="Genty"/>
                <a:cs typeface="Genty"/>
                <a:sym typeface="Genty"/>
              </a:endParaRPr>
            </a:p>
          </p:txBody>
        </p:sp>
        <p:sp>
          <p:nvSpPr>
            <p:cNvPr id="25" name="TextBox 8">
              <a:extLst>
                <a:ext uri="{FF2B5EF4-FFF2-40B4-BE49-F238E27FC236}">
                  <a16:creationId xmlns:a16="http://schemas.microsoft.com/office/drawing/2014/main" id="{C6756DA0-63CA-EE20-C550-470CC3B9FB7C}"/>
                </a:ext>
              </a:extLst>
            </p:cNvPr>
            <p:cNvSpPr txBox="1"/>
            <p:nvPr/>
          </p:nvSpPr>
          <p:spPr>
            <a:xfrm>
              <a:off x="2242153" y="2107987"/>
              <a:ext cx="3650689" cy="237757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 algn="ctr">
                <a:lnSpc>
                  <a:spcPts val="21201"/>
                </a:lnSpc>
                <a:defRPr sz="23900">
                  <a:solidFill>
                    <a:srgbClr val="766839"/>
                  </a:solidFill>
                  <a:latin typeface="Genty"/>
                  <a:ea typeface="Genty"/>
                  <a:cs typeface="Genty"/>
                </a:defRPr>
              </a:lvl1pPr>
            </a:lstStyle>
            <a:p>
              <a:r>
                <a:rPr lang="vi-VN" sz="7200">
                  <a:sym typeface="Genty"/>
                </a:rPr>
                <a:t>Nhóm</a:t>
              </a:r>
              <a:endParaRPr lang="en-US" sz="7200">
                <a:sym typeface="Genty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541191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B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 3">
            <a:extLst>
              <a:ext uri="{FF2B5EF4-FFF2-40B4-BE49-F238E27FC236}">
                <a16:creationId xmlns:a16="http://schemas.microsoft.com/office/drawing/2014/main" id="{D268E686-7F22-D3AF-CA0E-4A8DDA60F3F7}"/>
              </a:ext>
            </a:extLst>
          </p:cNvPr>
          <p:cNvSpPr/>
          <p:nvPr/>
        </p:nvSpPr>
        <p:spPr>
          <a:xfrm>
            <a:off x="7727567" y="9239143"/>
            <a:ext cx="2794646" cy="1448361"/>
          </a:xfrm>
          <a:custGeom>
            <a:avLst/>
            <a:gdLst/>
            <a:ahLst/>
            <a:cxnLst/>
            <a:rect l="l" t="t" r="r" b="b"/>
            <a:pathLst>
              <a:path w="13632925" h="7600356">
                <a:moveTo>
                  <a:pt x="0" y="0"/>
                </a:moveTo>
                <a:lnTo>
                  <a:pt x="13632924" y="0"/>
                </a:lnTo>
                <a:lnTo>
                  <a:pt x="13632924" y="7600355"/>
                </a:lnTo>
                <a:lnTo>
                  <a:pt x="0" y="76003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" name="Freeform 2"/>
          <p:cNvSpPr/>
          <p:nvPr/>
        </p:nvSpPr>
        <p:spPr>
          <a:xfrm rot="-1145022">
            <a:off x="15799521" y="5090473"/>
            <a:ext cx="2919558" cy="5587671"/>
          </a:xfrm>
          <a:custGeom>
            <a:avLst/>
            <a:gdLst/>
            <a:ahLst/>
            <a:cxnLst/>
            <a:rect l="l" t="t" r="r" b="b"/>
            <a:pathLst>
              <a:path w="2919558" h="5587671">
                <a:moveTo>
                  <a:pt x="0" y="0"/>
                </a:moveTo>
                <a:lnTo>
                  <a:pt x="2919558" y="0"/>
                </a:lnTo>
                <a:lnTo>
                  <a:pt x="2919558" y="5587672"/>
                </a:lnTo>
                <a:lnTo>
                  <a:pt x="0" y="55876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213108">
            <a:off x="-351551" y="5325453"/>
            <a:ext cx="2760501" cy="6100555"/>
          </a:xfrm>
          <a:custGeom>
            <a:avLst/>
            <a:gdLst/>
            <a:ahLst/>
            <a:cxnLst/>
            <a:rect l="l" t="t" r="r" b="b"/>
            <a:pathLst>
              <a:path w="2760501" h="6100555">
                <a:moveTo>
                  <a:pt x="0" y="0"/>
                </a:moveTo>
                <a:lnTo>
                  <a:pt x="2760502" y="0"/>
                </a:lnTo>
                <a:lnTo>
                  <a:pt x="2760502" y="6100555"/>
                </a:lnTo>
                <a:lnTo>
                  <a:pt x="0" y="61005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96623">
            <a:off x="1778759" y="6824916"/>
            <a:ext cx="4365496" cy="4547392"/>
          </a:xfrm>
          <a:custGeom>
            <a:avLst/>
            <a:gdLst/>
            <a:ahLst/>
            <a:cxnLst/>
            <a:rect l="l" t="t" r="r" b="b"/>
            <a:pathLst>
              <a:path w="4365496" h="4547392">
                <a:moveTo>
                  <a:pt x="0" y="0"/>
                </a:moveTo>
                <a:lnTo>
                  <a:pt x="4365497" y="0"/>
                </a:lnTo>
                <a:lnTo>
                  <a:pt x="4365497" y="4547392"/>
                </a:lnTo>
                <a:lnTo>
                  <a:pt x="0" y="45473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311423">
            <a:off x="12219699" y="7103821"/>
            <a:ext cx="4836492" cy="4709534"/>
          </a:xfrm>
          <a:custGeom>
            <a:avLst/>
            <a:gdLst/>
            <a:ahLst/>
            <a:cxnLst/>
            <a:rect l="l" t="t" r="r" b="b"/>
            <a:pathLst>
              <a:path w="4836492" h="4709534">
                <a:moveTo>
                  <a:pt x="0" y="0"/>
                </a:moveTo>
                <a:lnTo>
                  <a:pt x="4836492" y="0"/>
                </a:lnTo>
                <a:lnTo>
                  <a:pt x="4836492" y="4709534"/>
                </a:lnTo>
                <a:lnTo>
                  <a:pt x="0" y="47095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889238">
            <a:off x="4066070" y="8031390"/>
            <a:ext cx="5671733" cy="3863868"/>
          </a:xfrm>
          <a:custGeom>
            <a:avLst/>
            <a:gdLst/>
            <a:ahLst/>
            <a:cxnLst/>
            <a:rect l="l" t="t" r="r" b="b"/>
            <a:pathLst>
              <a:path w="5671733" h="3863868">
                <a:moveTo>
                  <a:pt x="0" y="0"/>
                </a:moveTo>
                <a:lnTo>
                  <a:pt x="5671734" y="0"/>
                </a:lnTo>
                <a:lnTo>
                  <a:pt x="5671734" y="3863869"/>
                </a:lnTo>
                <a:lnTo>
                  <a:pt x="0" y="38638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447020" y="7987577"/>
            <a:ext cx="5119304" cy="3727494"/>
          </a:xfrm>
          <a:custGeom>
            <a:avLst/>
            <a:gdLst/>
            <a:ahLst/>
            <a:cxnLst/>
            <a:rect l="l" t="t" r="r" b="b"/>
            <a:pathLst>
              <a:path w="5119304" h="3727494">
                <a:moveTo>
                  <a:pt x="0" y="0"/>
                </a:moveTo>
                <a:lnTo>
                  <a:pt x="5119304" y="0"/>
                </a:lnTo>
                <a:lnTo>
                  <a:pt x="5119304" y="3727494"/>
                </a:lnTo>
                <a:lnTo>
                  <a:pt x="0" y="372749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>
            <a:off x="12651288" y="0"/>
            <a:ext cx="5636712" cy="4114800"/>
          </a:xfrm>
          <a:custGeom>
            <a:avLst/>
            <a:gdLst/>
            <a:ahLst/>
            <a:cxnLst/>
            <a:rect l="l" t="t" r="r" b="b"/>
            <a:pathLst>
              <a:path w="5636712" h="4114800">
                <a:moveTo>
                  <a:pt x="0" y="0"/>
                </a:moveTo>
                <a:lnTo>
                  <a:pt x="5636712" y="0"/>
                </a:lnTo>
                <a:lnTo>
                  <a:pt x="56367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 flipH="1">
            <a:off x="0" y="0"/>
            <a:ext cx="5636712" cy="4114800"/>
          </a:xfrm>
          <a:custGeom>
            <a:avLst/>
            <a:gdLst/>
            <a:ahLst/>
            <a:cxnLst/>
            <a:rect l="l" t="t" r="r" b="b"/>
            <a:pathLst>
              <a:path w="5636712" h="4114800">
                <a:moveTo>
                  <a:pt x="5636712" y="0"/>
                </a:moveTo>
                <a:lnTo>
                  <a:pt x="0" y="0"/>
                </a:lnTo>
                <a:lnTo>
                  <a:pt x="0" y="4114800"/>
                </a:lnTo>
                <a:lnTo>
                  <a:pt x="5636712" y="4114800"/>
                </a:lnTo>
                <a:lnTo>
                  <a:pt x="5636712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242283">
            <a:off x="2169546" y="2197198"/>
            <a:ext cx="752380" cy="807925"/>
          </a:xfrm>
          <a:custGeom>
            <a:avLst/>
            <a:gdLst/>
            <a:ahLst/>
            <a:cxnLst/>
            <a:rect l="l" t="t" r="r" b="b"/>
            <a:pathLst>
              <a:path w="752380" h="807925">
                <a:moveTo>
                  <a:pt x="0" y="0"/>
                </a:moveTo>
                <a:lnTo>
                  <a:pt x="752381" y="0"/>
                </a:lnTo>
                <a:lnTo>
                  <a:pt x="752381" y="807924"/>
                </a:lnTo>
                <a:lnTo>
                  <a:pt x="0" y="80792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1242283">
            <a:off x="10685509" y="1157249"/>
            <a:ext cx="642325" cy="689745"/>
          </a:xfrm>
          <a:custGeom>
            <a:avLst/>
            <a:gdLst/>
            <a:ahLst/>
            <a:cxnLst/>
            <a:rect l="l" t="t" r="r" b="b"/>
            <a:pathLst>
              <a:path w="642325" h="689745">
                <a:moveTo>
                  <a:pt x="0" y="0"/>
                </a:moveTo>
                <a:lnTo>
                  <a:pt x="642325" y="0"/>
                </a:lnTo>
                <a:lnTo>
                  <a:pt x="642325" y="689745"/>
                </a:lnTo>
                <a:lnTo>
                  <a:pt x="0" y="68974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1242283">
            <a:off x="4628571" y="6348204"/>
            <a:ext cx="387550" cy="416161"/>
          </a:xfrm>
          <a:custGeom>
            <a:avLst/>
            <a:gdLst/>
            <a:ahLst/>
            <a:cxnLst/>
            <a:rect l="l" t="t" r="r" b="b"/>
            <a:pathLst>
              <a:path w="387550" h="416161">
                <a:moveTo>
                  <a:pt x="0" y="0"/>
                </a:moveTo>
                <a:lnTo>
                  <a:pt x="387550" y="0"/>
                </a:lnTo>
                <a:lnTo>
                  <a:pt x="387550" y="416161"/>
                </a:lnTo>
                <a:lnTo>
                  <a:pt x="0" y="41616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1958843">
            <a:off x="16289104" y="4258414"/>
            <a:ext cx="640309" cy="687580"/>
          </a:xfrm>
          <a:custGeom>
            <a:avLst/>
            <a:gdLst/>
            <a:ahLst/>
            <a:cxnLst/>
            <a:rect l="l" t="t" r="r" b="b"/>
            <a:pathLst>
              <a:path w="1159538" h="1245141">
                <a:moveTo>
                  <a:pt x="0" y="0"/>
                </a:moveTo>
                <a:lnTo>
                  <a:pt x="1159538" y="0"/>
                </a:lnTo>
                <a:lnTo>
                  <a:pt x="1159538" y="1245141"/>
                </a:lnTo>
                <a:lnTo>
                  <a:pt x="0" y="124514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B9FBF0-ADE8-1D1F-09BB-A24018F4BCD3}"/>
              </a:ext>
            </a:extLst>
          </p:cNvPr>
          <p:cNvSpPr txBox="1"/>
          <p:nvPr/>
        </p:nvSpPr>
        <p:spPr>
          <a:xfrm>
            <a:off x="5733056" y="5396777"/>
            <a:ext cx="682188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800" b="1">
                <a:solidFill>
                  <a:srgbClr val="46281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Nguyễn Chí Nguyên – 24521186</a:t>
            </a:r>
          </a:p>
          <a:p>
            <a:pPr algn="ctr"/>
            <a:r>
              <a:rPr lang="vi-VN" sz="2800" b="1">
                <a:solidFill>
                  <a:srgbClr val="46281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Nguyễn Ngọc Lan Anh - 24520109</a:t>
            </a:r>
          </a:p>
          <a:p>
            <a:pPr algn="ctr"/>
            <a:r>
              <a:rPr lang="vi-VN" sz="2800" b="1">
                <a:solidFill>
                  <a:srgbClr val="46281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Lê Thành Nghĩa - 24521143</a:t>
            </a:r>
            <a:endParaRPr lang="en-US" sz="2800" b="1">
              <a:solidFill>
                <a:srgbClr val="462812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1271D61-948E-FC2E-C6E3-07BB53C52DC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5400000">
            <a:off x="-6031283" y="4214694"/>
            <a:ext cx="9546473" cy="1046795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59D5892A-523F-0C61-04BF-1F33E152FBA8}"/>
              </a:ext>
            </a:extLst>
          </p:cNvPr>
          <p:cNvGrpSpPr/>
          <p:nvPr/>
        </p:nvGrpSpPr>
        <p:grpSpPr>
          <a:xfrm>
            <a:off x="2242153" y="1581652"/>
            <a:ext cx="13598436" cy="4656371"/>
            <a:chOff x="2242153" y="1581652"/>
            <a:chExt cx="13598436" cy="4656371"/>
          </a:xfrm>
        </p:grpSpPr>
        <p:sp>
          <p:nvSpPr>
            <p:cNvPr id="8" name="TextBox 8"/>
            <p:cNvSpPr txBox="1"/>
            <p:nvPr/>
          </p:nvSpPr>
          <p:spPr>
            <a:xfrm>
              <a:off x="4682432" y="3352618"/>
              <a:ext cx="3531232" cy="288540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201"/>
                </a:lnSpc>
              </a:pPr>
              <a:r>
                <a:rPr lang="vi-VN" sz="22000">
                  <a:solidFill>
                    <a:srgbClr val="766839"/>
                  </a:solidFill>
                  <a:latin typeface="Genty"/>
                  <a:ea typeface="Genty"/>
                  <a:cs typeface="Genty"/>
                  <a:sym typeface="Genty"/>
                </a:rPr>
                <a:t>30</a:t>
              </a:r>
              <a:endParaRPr lang="en-US" sz="22000">
                <a:solidFill>
                  <a:srgbClr val="766839"/>
                </a:solidFill>
                <a:latin typeface="Genty"/>
                <a:ea typeface="Genty"/>
                <a:cs typeface="Genty"/>
                <a:sym typeface="Genty"/>
              </a:endParaRPr>
            </a:p>
          </p:txBody>
        </p:sp>
        <p:sp>
          <p:nvSpPr>
            <p:cNvPr id="15" name="TextBox 8">
              <a:extLst>
                <a:ext uri="{FF2B5EF4-FFF2-40B4-BE49-F238E27FC236}">
                  <a16:creationId xmlns:a16="http://schemas.microsoft.com/office/drawing/2014/main" id="{E388FE20-0432-8C40-1712-11AD760B2585}"/>
                </a:ext>
              </a:extLst>
            </p:cNvPr>
            <p:cNvSpPr txBox="1"/>
            <p:nvPr/>
          </p:nvSpPr>
          <p:spPr>
            <a:xfrm>
              <a:off x="6348356" y="1581652"/>
              <a:ext cx="9292849" cy="203902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201"/>
                </a:lnSpc>
              </a:pPr>
              <a:r>
                <a:rPr lang="vi-VN" sz="7200">
                  <a:solidFill>
                    <a:schemeClr val="bg1"/>
                  </a:solidFill>
                  <a:latin typeface="iCiel Soup of Justice" pitchFamily="2" charset="0"/>
                  <a:ea typeface="Genty"/>
                  <a:cs typeface="Genty"/>
                  <a:sym typeface="Genty"/>
                </a:rPr>
                <a:t>Phần mềm quản lý</a:t>
              </a:r>
              <a:endParaRPr lang="en-US" sz="7200">
                <a:solidFill>
                  <a:schemeClr val="bg1"/>
                </a:solidFill>
                <a:latin typeface="iCiel Soup of Justice" pitchFamily="2" charset="0"/>
                <a:ea typeface="Genty"/>
                <a:cs typeface="Genty"/>
                <a:sym typeface="Genty"/>
              </a:endParaRPr>
            </a:p>
          </p:txBody>
        </p:sp>
        <p:sp>
          <p:nvSpPr>
            <p:cNvPr id="16" name="TextBox 8">
              <a:extLst>
                <a:ext uri="{FF2B5EF4-FFF2-40B4-BE49-F238E27FC236}">
                  <a16:creationId xmlns:a16="http://schemas.microsoft.com/office/drawing/2014/main" id="{288E2086-79D9-E0C6-FFD7-8FBDDCCDBB76}"/>
                </a:ext>
              </a:extLst>
            </p:cNvPr>
            <p:cNvSpPr txBox="1"/>
            <p:nvPr/>
          </p:nvSpPr>
          <p:spPr>
            <a:xfrm>
              <a:off x="6547740" y="2872219"/>
              <a:ext cx="9292849" cy="203902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201"/>
                </a:lnSpc>
              </a:pPr>
              <a:r>
                <a:rPr lang="vi-VN" sz="11500">
                  <a:solidFill>
                    <a:schemeClr val="bg1"/>
                  </a:solidFill>
                  <a:latin typeface="iCiel Soup of Justice" pitchFamily="2" charset="0"/>
                  <a:ea typeface="Genty"/>
                  <a:cs typeface="Genty"/>
                  <a:sym typeface="Genty"/>
                </a:rPr>
                <a:t>quán Cafe</a:t>
              </a:r>
              <a:endParaRPr lang="en-US" sz="11500">
                <a:solidFill>
                  <a:schemeClr val="bg1"/>
                </a:solidFill>
                <a:latin typeface="iCiel Soup of Justice" pitchFamily="2" charset="0"/>
                <a:ea typeface="Genty"/>
                <a:cs typeface="Genty"/>
                <a:sym typeface="Genty"/>
              </a:endParaRPr>
            </a:p>
          </p:txBody>
        </p:sp>
        <p:sp>
          <p:nvSpPr>
            <p:cNvPr id="20" name="TextBox 8">
              <a:extLst>
                <a:ext uri="{FF2B5EF4-FFF2-40B4-BE49-F238E27FC236}">
                  <a16:creationId xmlns:a16="http://schemas.microsoft.com/office/drawing/2014/main" id="{6DEECDC6-AC71-C21D-351D-8D6FAB664D96}"/>
                </a:ext>
              </a:extLst>
            </p:cNvPr>
            <p:cNvSpPr txBox="1"/>
            <p:nvPr/>
          </p:nvSpPr>
          <p:spPr>
            <a:xfrm>
              <a:off x="2242153" y="2107987"/>
              <a:ext cx="3650689" cy="237757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 algn="ctr">
                <a:lnSpc>
                  <a:spcPts val="21201"/>
                </a:lnSpc>
                <a:defRPr sz="23900">
                  <a:solidFill>
                    <a:srgbClr val="766839"/>
                  </a:solidFill>
                  <a:latin typeface="Genty"/>
                  <a:ea typeface="Genty"/>
                  <a:cs typeface="Genty"/>
                </a:defRPr>
              </a:lvl1pPr>
            </a:lstStyle>
            <a:p>
              <a:r>
                <a:rPr lang="vi-VN" sz="7200">
                  <a:sym typeface="Genty"/>
                </a:rPr>
                <a:t>Nhóm</a:t>
              </a:r>
              <a:endParaRPr lang="en-US" sz="7200">
                <a:sym typeface="Genty"/>
              </a:endParaRPr>
            </a:p>
          </p:txBody>
        </p:sp>
      </p:grpSp>
      <p:sp>
        <p:nvSpPr>
          <p:cNvPr id="22" name="Freeform 2">
            <a:extLst>
              <a:ext uri="{FF2B5EF4-FFF2-40B4-BE49-F238E27FC236}">
                <a16:creationId xmlns:a16="http://schemas.microsoft.com/office/drawing/2014/main" id="{C211D357-DEFE-339F-F105-CB1167E3EA43}"/>
              </a:ext>
            </a:extLst>
          </p:cNvPr>
          <p:cNvSpPr/>
          <p:nvPr/>
        </p:nvSpPr>
        <p:spPr>
          <a:xfrm rot="20032565">
            <a:off x="-7672295" y="10009974"/>
            <a:ext cx="3319486" cy="3512683"/>
          </a:xfrm>
          <a:custGeom>
            <a:avLst/>
            <a:gdLst/>
            <a:ahLst/>
            <a:cxnLst/>
            <a:rect l="l" t="t" r="r" b="b"/>
            <a:pathLst>
              <a:path w="3319486" h="3512683">
                <a:moveTo>
                  <a:pt x="0" y="0"/>
                </a:moveTo>
                <a:lnTo>
                  <a:pt x="3319486" y="0"/>
                </a:lnTo>
                <a:lnTo>
                  <a:pt x="3319486" y="3512683"/>
                </a:lnTo>
                <a:lnTo>
                  <a:pt x="0" y="351268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8C279C4E-8124-18C9-516A-A1D8BBCEC6FD}"/>
              </a:ext>
            </a:extLst>
          </p:cNvPr>
          <p:cNvSpPr/>
          <p:nvPr/>
        </p:nvSpPr>
        <p:spPr>
          <a:xfrm rot="20128747">
            <a:off x="20863136" y="-1310825"/>
            <a:ext cx="3585289" cy="3213315"/>
          </a:xfrm>
          <a:custGeom>
            <a:avLst/>
            <a:gdLst/>
            <a:ahLst/>
            <a:cxnLst/>
            <a:rect l="l" t="t" r="r" b="b"/>
            <a:pathLst>
              <a:path w="3585289" h="3213315">
                <a:moveTo>
                  <a:pt x="0" y="0"/>
                </a:moveTo>
                <a:lnTo>
                  <a:pt x="3585289" y="0"/>
                </a:lnTo>
                <a:lnTo>
                  <a:pt x="3585289" y="3213315"/>
                </a:lnTo>
                <a:lnTo>
                  <a:pt x="0" y="321331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4" name="Freeform 5">
            <a:extLst>
              <a:ext uri="{FF2B5EF4-FFF2-40B4-BE49-F238E27FC236}">
                <a16:creationId xmlns:a16="http://schemas.microsoft.com/office/drawing/2014/main" id="{DB923CBE-87DF-DC7F-6CF8-9CC1295EA9FE}"/>
              </a:ext>
            </a:extLst>
          </p:cNvPr>
          <p:cNvSpPr/>
          <p:nvPr/>
        </p:nvSpPr>
        <p:spPr>
          <a:xfrm rot="10800000" flipV="1">
            <a:off x="16733939" y="9708915"/>
            <a:ext cx="5636712" cy="4114800"/>
          </a:xfrm>
          <a:custGeom>
            <a:avLst/>
            <a:gdLst/>
            <a:ahLst/>
            <a:cxnLst/>
            <a:rect l="l" t="t" r="r" b="b"/>
            <a:pathLst>
              <a:path w="5636712" h="4114800">
                <a:moveTo>
                  <a:pt x="0" y="4114800"/>
                </a:moveTo>
                <a:lnTo>
                  <a:pt x="5636712" y="4114800"/>
                </a:lnTo>
                <a:lnTo>
                  <a:pt x="5636712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6" name="TextBox 8">
            <a:extLst>
              <a:ext uri="{FF2B5EF4-FFF2-40B4-BE49-F238E27FC236}">
                <a16:creationId xmlns:a16="http://schemas.microsoft.com/office/drawing/2014/main" id="{F45E5B9C-B23E-71C3-8654-13D5AB191411}"/>
              </a:ext>
            </a:extLst>
          </p:cNvPr>
          <p:cNvSpPr txBox="1"/>
          <p:nvPr/>
        </p:nvSpPr>
        <p:spPr>
          <a:xfrm>
            <a:off x="5625393" y="10295318"/>
            <a:ext cx="7938164" cy="35394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vi-VN" sz="11500">
                <a:solidFill>
                  <a:srgbClr val="50564F"/>
                </a:solidFill>
                <a:latin typeface="iCiel Soup of Justice" pitchFamily="2" charset="0"/>
                <a:ea typeface="Genty"/>
                <a:cs typeface="Genty"/>
                <a:sym typeface="Genty"/>
              </a:rPr>
              <a:t>Giới thiệu đề tài</a:t>
            </a:r>
            <a:endParaRPr lang="en-US" sz="11500">
              <a:solidFill>
                <a:srgbClr val="50564F"/>
              </a:solidFill>
              <a:latin typeface="iCiel Soup of Justice" pitchFamily="2" charset="0"/>
              <a:ea typeface="Genty"/>
              <a:cs typeface="Genty"/>
              <a:sym typeface="Genty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B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567435">
            <a:off x="-552824" y="6011099"/>
            <a:ext cx="4139987" cy="4380938"/>
          </a:xfrm>
          <a:custGeom>
            <a:avLst/>
            <a:gdLst/>
            <a:ahLst/>
            <a:cxnLst/>
            <a:rect l="l" t="t" r="r" b="b"/>
            <a:pathLst>
              <a:path w="3319486" h="3512683">
                <a:moveTo>
                  <a:pt x="0" y="0"/>
                </a:moveTo>
                <a:lnTo>
                  <a:pt x="3319486" y="0"/>
                </a:lnTo>
                <a:lnTo>
                  <a:pt x="3319486" y="3512683"/>
                </a:lnTo>
                <a:lnTo>
                  <a:pt x="0" y="35126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446463" y="2025130"/>
            <a:ext cx="11517072" cy="5968870"/>
          </a:xfrm>
          <a:custGeom>
            <a:avLst/>
            <a:gdLst/>
            <a:ahLst/>
            <a:cxnLst/>
            <a:rect l="l" t="t" r="r" b="b"/>
            <a:pathLst>
              <a:path w="13632925" h="7600356">
                <a:moveTo>
                  <a:pt x="0" y="0"/>
                </a:moveTo>
                <a:lnTo>
                  <a:pt x="13632924" y="0"/>
                </a:lnTo>
                <a:lnTo>
                  <a:pt x="13632924" y="7600355"/>
                </a:lnTo>
                <a:lnTo>
                  <a:pt x="0" y="76003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 flipV="1">
            <a:off x="12641947" y="6302285"/>
            <a:ext cx="5646052" cy="3984715"/>
          </a:xfrm>
          <a:custGeom>
            <a:avLst/>
            <a:gdLst/>
            <a:ahLst/>
            <a:cxnLst/>
            <a:rect l="l" t="t" r="r" b="b"/>
            <a:pathLst>
              <a:path w="5636712" h="4114800">
                <a:moveTo>
                  <a:pt x="0" y="4114800"/>
                </a:moveTo>
                <a:lnTo>
                  <a:pt x="5636712" y="4114800"/>
                </a:lnTo>
                <a:lnTo>
                  <a:pt x="5636712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 flipH="1">
            <a:off x="-53065" y="-51849"/>
            <a:ext cx="6595498" cy="4114801"/>
          </a:xfrm>
          <a:custGeom>
            <a:avLst/>
            <a:gdLst/>
            <a:ahLst/>
            <a:cxnLst/>
            <a:rect l="l" t="t" r="r" b="b"/>
            <a:pathLst>
              <a:path w="5636712" h="4114800">
                <a:moveTo>
                  <a:pt x="5636712" y="0"/>
                </a:moveTo>
                <a:lnTo>
                  <a:pt x="0" y="0"/>
                </a:lnTo>
                <a:lnTo>
                  <a:pt x="0" y="4114800"/>
                </a:lnTo>
                <a:lnTo>
                  <a:pt x="5636712" y="4114800"/>
                </a:lnTo>
                <a:lnTo>
                  <a:pt x="563671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900000">
            <a:off x="15196217" y="691910"/>
            <a:ext cx="3698970" cy="3315202"/>
          </a:xfrm>
          <a:custGeom>
            <a:avLst/>
            <a:gdLst/>
            <a:ahLst/>
            <a:cxnLst/>
            <a:rect l="l" t="t" r="r" b="b"/>
            <a:pathLst>
              <a:path w="3585289" h="3213315">
                <a:moveTo>
                  <a:pt x="0" y="0"/>
                </a:moveTo>
                <a:lnTo>
                  <a:pt x="3585289" y="0"/>
                </a:lnTo>
                <a:lnTo>
                  <a:pt x="3585289" y="3213315"/>
                </a:lnTo>
                <a:lnTo>
                  <a:pt x="0" y="321331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242283">
            <a:off x="11904178" y="783886"/>
            <a:ext cx="642325" cy="689745"/>
          </a:xfrm>
          <a:custGeom>
            <a:avLst/>
            <a:gdLst/>
            <a:ahLst/>
            <a:cxnLst/>
            <a:rect l="l" t="t" r="r" b="b"/>
            <a:pathLst>
              <a:path w="642325" h="689745">
                <a:moveTo>
                  <a:pt x="0" y="0"/>
                </a:moveTo>
                <a:lnTo>
                  <a:pt x="642325" y="0"/>
                </a:lnTo>
                <a:lnTo>
                  <a:pt x="642325" y="689745"/>
                </a:lnTo>
                <a:lnTo>
                  <a:pt x="0" y="6897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242283">
            <a:off x="4791348" y="8932646"/>
            <a:ext cx="642325" cy="689745"/>
          </a:xfrm>
          <a:custGeom>
            <a:avLst/>
            <a:gdLst/>
            <a:ahLst/>
            <a:cxnLst/>
            <a:rect l="l" t="t" r="r" b="b"/>
            <a:pathLst>
              <a:path w="642325" h="689745">
                <a:moveTo>
                  <a:pt x="0" y="0"/>
                </a:moveTo>
                <a:lnTo>
                  <a:pt x="642326" y="0"/>
                </a:lnTo>
                <a:lnTo>
                  <a:pt x="642326" y="689746"/>
                </a:lnTo>
                <a:lnTo>
                  <a:pt x="0" y="6897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1958843">
            <a:off x="15347036" y="7024524"/>
            <a:ext cx="1058785" cy="1136951"/>
          </a:xfrm>
          <a:custGeom>
            <a:avLst/>
            <a:gdLst/>
            <a:ahLst/>
            <a:cxnLst/>
            <a:rect l="l" t="t" r="r" b="b"/>
            <a:pathLst>
              <a:path w="1058785" h="1136951">
                <a:moveTo>
                  <a:pt x="0" y="0"/>
                </a:moveTo>
                <a:lnTo>
                  <a:pt x="1058786" y="0"/>
                </a:lnTo>
                <a:lnTo>
                  <a:pt x="1058786" y="1136951"/>
                </a:lnTo>
                <a:lnTo>
                  <a:pt x="0" y="11369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1958843">
            <a:off x="1038133" y="3096585"/>
            <a:ext cx="1058785" cy="1136951"/>
          </a:xfrm>
          <a:custGeom>
            <a:avLst/>
            <a:gdLst/>
            <a:ahLst/>
            <a:cxnLst/>
            <a:rect l="l" t="t" r="r" b="b"/>
            <a:pathLst>
              <a:path w="1058785" h="1136951">
                <a:moveTo>
                  <a:pt x="0" y="0"/>
                </a:moveTo>
                <a:lnTo>
                  <a:pt x="1058785" y="0"/>
                </a:lnTo>
                <a:lnTo>
                  <a:pt x="1058785" y="1136951"/>
                </a:lnTo>
                <a:lnTo>
                  <a:pt x="0" y="11369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2CF7693-13F0-AA28-64A7-D1239662B32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-6031283" y="4214694"/>
            <a:ext cx="9546473" cy="1046795"/>
          </a:xfrm>
          <a:prstGeom prst="rect">
            <a:avLst/>
          </a:prstGeom>
        </p:spPr>
      </p:pic>
      <p:sp>
        <p:nvSpPr>
          <p:cNvPr id="14" name="Freeform 2">
            <a:extLst>
              <a:ext uri="{FF2B5EF4-FFF2-40B4-BE49-F238E27FC236}">
                <a16:creationId xmlns:a16="http://schemas.microsoft.com/office/drawing/2014/main" id="{2B95A0A6-5D76-BC1D-5599-1B3A8FA352FD}"/>
              </a:ext>
            </a:extLst>
          </p:cNvPr>
          <p:cNvSpPr/>
          <p:nvPr/>
        </p:nvSpPr>
        <p:spPr>
          <a:xfrm rot="20454978">
            <a:off x="15585922" y="10529346"/>
            <a:ext cx="2919558" cy="5587671"/>
          </a:xfrm>
          <a:custGeom>
            <a:avLst/>
            <a:gdLst/>
            <a:ahLst/>
            <a:cxnLst/>
            <a:rect l="l" t="t" r="r" b="b"/>
            <a:pathLst>
              <a:path w="2919558" h="5587671">
                <a:moveTo>
                  <a:pt x="0" y="0"/>
                </a:moveTo>
                <a:lnTo>
                  <a:pt x="2919558" y="0"/>
                </a:lnTo>
                <a:lnTo>
                  <a:pt x="2919558" y="5587672"/>
                </a:lnTo>
                <a:lnTo>
                  <a:pt x="0" y="558767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5" name="Freeform 3">
            <a:extLst>
              <a:ext uri="{FF2B5EF4-FFF2-40B4-BE49-F238E27FC236}">
                <a16:creationId xmlns:a16="http://schemas.microsoft.com/office/drawing/2014/main" id="{9251DB81-2593-998E-043B-4DB6AAA520FC}"/>
              </a:ext>
            </a:extLst>
          </p:cNvPr>
          <p:cNvSpPr/>
          <p:nvPr/>
        </p:nvSpPr>
        <p:spPr>
          <a:xfrm rot="1213108">
            <a:off x="-565150" y="10764326"/>
            <a:ext cx="2760501" cy="6100555"/>
          </a:xfrm>
          <a:custGeom>
            <a:avLst/>
            <a:gdLst/>
            <a:ahLst/>
            <a:cxnLst/>
            <a:rect l="l" t="t" r="r" b="b"/>
            <a:pathLst>
              <a:path w="2760501" h="6100555">
                <a:moveTo>
                  <a:pt x="0" y="0"/>
                </a:moveTo>
                <a:lnTo>
                  <a:pt x="2760502" y="0"/>
                </a:lnTo>
                <a:lnTo>
                  <a:pt x="2760502" y="6100555"/>
                </a:lnTo>
                <a:lnTo>
                  <a:pt x="0" y="610055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6" name="Freeform 4">
            <a:extLst>
              <a:ext uri="{FF2B5EF4-FFF2-40B4-BE49-F238E27FC236}">
                <a16:creationId xmlns:a16="http://schemas.microsoft.com/office/drawing/2014/main" id="{6EA5B4E4-E9E6-9D1B-CFE0-E220C2B05308}"/>
              </a:ext>
            </a:extLst>
          </p:cNvPr>
          <p:cNvSpPr/>
          <p:nvPr/>
        </p:nvSpPr>
        <p:spPr>
          <a:xfrm rot="21003377">
            <a:off x="1565160" y="12263789"/>
            <a:ext cx="4365496" cy="4547392"/>
          </a:xfrm>
          <a:custGeom>
            <a:avLst/>
            <a:gdLst/>
            <a:ahLst/>
            <a:cxnLst/>
            <a:rect l="l" t="t" r="r" b="b"/>
            <a:pathLst>
              <a:path w="4365496" h="4547392">
                <a:moveTo>
                  <a:pt x="0" y="0"/>
                </a:moveTo>
                <a:lnTo>
                  <a:pt x="4365497" y="0"/>
                </a:lnTo>
                <a:lnTo>
                  <a:pt x="4365497" y="4547392"/>
                </a:lnTo>
                <a:lnTo>
                  <a:pt x="0" y="454739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57495602-DF8C-E345-9A32-EB30AF883B88}"/>
              </a:ext>
            </a:extLst>
          </p:cNvPr>
          <p:cNvSpPr/>
          <p:nvPr/>
        </p:nvSpPr>
        <p:spPr>
          <a:xfrm rot="311423">
            <a:off x="12006100" y="12542694"/>
            <a:ext cx="4836492" cy="4709534"/>
          </a:xfrm>
          <a:custGeom>
            <a:avLst/>
            <a:gdLst/>
            <a:ahLst/>
            <a:cxnLst/>
            <a:rect l="l" t="t" r="r" b="b"/>
            <a:pathLst>
              <a:path w="4836492" h="4709534">
                <a:moveTo>
                  <a:pt x="0" y="0"/>
                </a:moveTo>
                <a:lnTo>
                  <a:pt x="4836492" y="0"/>
                </a:lnTo>
                <a:lnTo>
                  <a:pt x="4836492" y="4709534"/>
                </a:lnTo>
                <a:lnTo>
                  <a:pt x="0" y="470953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18" name="Freeform 6">
            <a:extLst>
              <a:ext uri="{FF2B5EF4-FFF2-40B4-BE49-F238E27FC236}">
                <a16:creationId xmlns:a16="http://schemas.microsoft.com/office/drawing/2014/main" id="{298750AF-A934-E5BC-8619-37E3598C8620}"/>
              </a:ext>
            </a:extLst>
          </p:cNvPr>
          <p:cNvSpPr/>
          <p:nvPr/>
        </p:nvSpPr>
        <p:spPr>
          <a:xfrm rot="20710762">
            <a:off x="3852471" y="13470263"/>
            <a:ext cx="5671733" cy="3863868"/>
          </a:xfrm>
          <a:custGeom>
            <a:avLst/>
            <a:gdLst/>
            <a:ahLst/>
            <a:cxnLst/>
            <a:rect l="l" t="t" r="r" b="b"/>
            <a:pathLst>
              <a:path w="5671733" h="3863868">
                <a:moveTo>
                  <a:pt x="0" y="0"/>
                </a:moveTo>
                <a:lnTo>
                  <a:pt x="5671734" y="0"/>
                </a:lnTo>
                <a:lnTo>
                  <a:pt x="5671734" y="3863869"/>
                </a:lnTo>
                <a:lnTo>
                  <a:pt x="0" y="38638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19" name="Freeform 7">
            <a:extLst>
              <a:ext uri="{FF2B5EF4-FFF2-40B4-BE49-F238E27FC236}">
                <a16:creationId xmlns:a16="http://schemas.microsoft.com/office/drawing/2014/main" id="{A8D3ECED-BF15-F871-723D-CA4C5B70FB35}"/>
              </a:ext>
            </a:extLst>
          </p:cNvPr>
          <p:cNvSpPr/>
          <p:nvPr/>
        </p:nvSpPr>
        <p:spPr>
          <a:xfrm>
            <a:off x="8233421" y="13426450"/>
            <a:ext cx="5119304" cy="3727494"/>
          </a:xfrm>
          <a:custGeom>
            <a:avLst/>
            <a:gdLst/>
            <a:ahLst/>
            <a:cxnLst/>
            <a:rect l="l" t="t" r="r" b="b"/>
            <a:pathLst>
              <a:path w="5119304" h="3727494">
                <a:moveTo>
                  <a:pt x="0" y="0"/>
                </a:moveTo>
                <a:lnTo>
                  <a:pt x="5119304" y="0"/>
                </a:lnTo>
                <a:lnTo>
                  <a:pt x="5119304" y="3727494"/>
                </a:lnTo>
                <a:lnTo>
                  <a:pt x="0" y="372749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0" name="Freeform 9">
            <a:extLst>
              <a:ext uri="{FF2B5EF4-FFF2-40B4-BE49-F238E27FC236}">
                <a16:creationId xmlns:a16="http://schemas.microsoft.com/office/drawing/2014/main" id="{BF167B0F-8132-8695-B12B-0532985DA994}"/>
              </a:ext>
            </a:extLst>
          </p:cNvPr>
          <p:cNvSpPr/>
          <p:nvPr/>
        </p:nvSpPr>
        <p:spPr>
          <a:xfrm rot="10800000">
            <a:off x="18288000" y="-2243728"/>
            <a:ext cx="5636712" cy="4114800"/>
          </a:xfrm>
          <a:custGeom>
            <a:avLst/>
            <a:gdLst/>
            <a:ahLst/>
            <a:cxnLst/>
            <a:rect l="l" t="t" r="r" b="b"/>
            <a:pathLst>
              <a:path w="5636712" h="4114800">
                <a:moveTo>
                  <a:pt x="0" y="0"/>
                </a:moveTo>
                <a:lnTo>
                  <a:pt x="5636712" y="0"/>
                </a:lnTo>
                <a:lnTo>
                  <a:pt x="56367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8">
            <a:extLst>
              <a:ext uri="{FF2B5EF4-FFF2-40B4-BE49-F238E27FC236}">
                <a16:creationId xmlns:a16="http://schemas.microsoft.com/office/drawing/2014/main" id="{C1085696-F03D-3448-3B1A-45A519DC8C49}"/>
              </a:ext>
            </a:extLst>
          </p:cNvPr>
          <p:cNvSpPr txBox="1"/>
          <p:nvPr/>
        </p:nvSpPr>
        <p:spPr>
          <a:xfrm>
            <a:off x="5221575" y="2954810"/>
            <a:ext cx="7938164" cy="35394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vi-VN" sz="11500">
                <a:solidFill>
                  <a:srgbClr val="50564F"/>
                </a:solidFill>
                <a:latin typeface="iCiel Soup of Justice" pitchFamily="2" charset="0"/>
                <a:ea typeface="Genty"/>
                <a:cs typeface="Genty"/>
                <a:sym typeface="Genty"/>
              </a:rPr>
              <a:t>Giới thiệu đề tài</a:t>
            </a:r>
            <a:endParaRPr lang="en-US" sz="11500">
              <a:solidFill>
                <a:srgbClr val="50564F"/>
              </a:solidFill>
              <a:latin typeface="iCiel Soup of Justice" pitchFamily="2" charset="0"/>
              <a:ea typeface="Genty"/>
              <a:cs typeface="Genty"/>
              <a:sym typeface="Genty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BD7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1ECD66-9DA2-33C3-E9CB-D13EB8EBA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D1E8AA2-59B2-AE59-ADAA-205DFAFDB953}"/>
              </a:ext>
            </a:extLst>
          </p:cNvPr>
          <p:cNvSpPr/>
          <p:nvPr/>
        </p:nvSpPr>
        <p:spPr>
          <a:xfrm rot="-1567435">
            <a:off x="206481" y="7872785"/>
            <a:ext cx="2237852" cy="2368097"/>
          </a:xfrm>
          <a:custGeom>
            <a:avLst/>
            <a:gdLst/>
            <a:ahLst/>
            <a:cxnLst/>
            <a:rect l="l" t="t" r="r" b="b"/>
            <a:pathLst>
              <a:path w="3319486" h="3512683">
                <a:moveTo>
                  <a:pt x="0" y="0"/>
                </a:moveTo>
                <a:lnTo>
                  <a:pt x="3319486" y="0"/>
                </a:lnTo>
                <a:lnTo>
                  <a:pt x="3319486" y="3512683"/>
                </a:lnTo>
                <a:lnTo>
                  <a:pt x="0" y="35126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363AB53-0196-C753-0961-7E4E5127C244}"/>
              </a:ext>
            </a:extLst>
          </p:cNvPr>
          <p:cNvSpPr/>
          <p:nvPr/>
        </p:nvSpPr>
        <p:spPr>
          <a:xfrm>
            <a:off x="1290175" y="619852"/>
            <a:ext cx="15707649" cy="8757015"/>
          </a:xfrm>
          <a:custGeom>
            <a:avLst/>
            <a:gdLst/>
            <a:ahLst/>
            <a:cxnLst/>
            <a:rect l="l" t="t" r="r" b="b"/>
            <a:pathLst>
              <a:path w="13632925" h="7600356">
                <a:moveTo>
                  <a:pt x="0" y="0"/>
                </a:moveTo>
                <a:lnTo>
                  <a:pt x="13632924" y="0"/>
                </a:lnTo>
                <a:lnTo>
                  <a:pt x="13632924" y="7600355"/>
                </a:lnTo>
                <a:lnTo>
                  <a:pt x="0" y="76003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BA221373-DEC7-048D-BC8D-ADDFC636ABC2}"/>
              </a:ext>
            </a:extLst>
          </p:cNvPr>
          <p:cNvSpPr/>
          <p:nvPr/>
        </p:nvSpPr>
        <p:spPr>
          <a:xfrm rot="-10800000" flipV="1">
            <a:off x="14766924" y="7801993"/>
            <a:ext cx="3521075" cy="2485007"/>
          </a:xfrm>
          <a:custGeom>
            <a:avLst/>
            <a:gdLst/>
            <a:ahLst/>
            <a:cxnLst/>
            <a:rect l="l" t="t" r="r" b="b"/>
            <a:pathLst>
              <a:path w="5636712" h="4114800">
                <a:moveTo>
                  <a:pt x="0" y="4114800"/>
                </a:moveTo>
                <a:lnTo>
                  <a:pt x="5636712" y="4114800"/>
                </a:lnTo>
                <a:lnTo>
                  <a:pt x="5636712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2308103F-FDA9-DF94-5206-811D88FB6D74}"/>
              </a:ext>
            </a:extLst>
          </p:cNvPr>
          <p:cNvSpPr/>
          <p:nvPr/>
        </p:nvSpPr>
        <p:spPr>
          <a:xfrm rot="-10800000" flipH="1">
            <a:off x="-53065" y="-51848"/>
            <a:ext cx="4309154" cy="2688396"/>
          </a:xfrm>
          <a:custGeom>
            <a:avLst/>
            <a:gdLst/>
            <a:ahLst/>
            <a:cxnLst/>
            <a:rect l="l" t="t" r="r" b="b"/>
            <a:pathLst>
              <a:path w="5636712" h="4114800">
                <a:moveTo>
                  <a:pt x="5636712" y="0"/>
                </a:moveTo>
                <a:lnTo>
                  <a:pt x="0" y="0"/>
                </a:lnTo>
                <a:lnTo>
                  <a:pt x="0" y="4114800"/>
                </a:lnTo>
                <a:lnTo>
                  <a:pt x="5636712" y="4114800"/>
                </a:lnTo>
                <a:lnTo>
                  <a:pt x="563671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F0F37310-6DF6-13D5-D6CC-A77B2E2DE9F4}"/>
              </a:ext>
            </a:extLst>
          </p:cNvPr>
          <p:cNvSpPr/>
          <p:nvPr/>
        </p:nvSpPr>
        <p:spPr>
          <a:xfrm rot="900000">
            <a:off x="15977874" y="3980108"/>
            <a:ext cx="1807720" cy="1620169"/>
          </a:xfrm>
          <a:custGeom>
            <a:avLst/>
            <a:gdLst/>
            <a:ahLst/>
            <a:cxnLst/>
            <a:rect l="l" t="t" r="r" b="b"/>
            <a:pathLst>
              <a:path w="3585289" h="3213315">
                <a:moveTo>
                  <a:pt x="0" y="0"/>
                </a:moveTo>
                <a:lnTo>
                  <a:pt x="3585289" y="0"/>
                </a:lnTo>
                <a:lnTo>
                  <a:pt x="3585289" y="3213315"/>
                </a:lnTo>
                <a:lnTo>
                  <a:pt x="0" y="321331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579F2416-5EDB-5F52-7082-14B6E1F7340E}"/>
              </a:ext>
            </a:extLst>
          </p:cNvPr>
          <p:cNvSpPr/>
          <p:nvPr/>
        </p:nvSpPr>
        <p:spPr>
          <a:xfrm rot="-1242283">
            <a:off x="11904178" y="783886"/>
            <a:ext cx="642325" cy="689745"/>
          </a:xfrm>
          <a:custGeom>
            <a:avLst/>
            <a:gdLst/>
            <a:ahLst/>
            <a:cxnLst/>
            <a:rect l="l" t="t" r="r" b="b"/>
            <a:pathLst>
              <a:path w="642325" h="689745">
                <a:moveTo>
                  <a:pt x="0" y="0"/>
                </a:moveTo>
                <a:lnTo>
                  <a:pt x="642325" y="0"/>
                </a:lnTo>
                <a:lnTo>
                  <a:pt x="642325" y="689745"/>
                </a:lnTo>
                <a:lnTo>
                  <a:pt x="0" y="6897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BE0EC8F5-8AA8-BE53-A53B-E8320FAFB3E9}"/>
              </a:ext>
            </a:extLst>
          </p:cNvPr>
          <p:cNvSpPr/>
          <p:nvPr/>
        </p:nvSpPr>
        <p:spPr>
          <a:xfrm rot="-1242283">
            <a:off x="4791348" y="8932646"/>
            <a:ext cx="642325" cy="689745"/>
          </a:xfrm>
          <a:custGeom>
            <a:avLst/>
            <a:gdLst/>
            <a:ahLst/>
            <a:cxnLst/>
            <a:rect l="l" t="t" r="r" b="b"/>
            <a:pathLst>
              <a:path w="642325" h="689745">
                <a:moveTo>
                  <a:pt x="0" y="0"/>
                </a:moveTo>
                <a:lnTo>
                  <a:pt x="642326" y="0"/>
                </a:lnTo>
                <a:lnTo>
                  <a:pt x="642326" y="689746"/>
                </a:lnTo>
                <a:lnTo>
                  <a:pt x="0" y="6897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8198EEB3-B521-82B0-72A2-1233F1C17D16}"/>
              </a:ext>
            </a:extLst>
          </p:cNvPr>
          <p:cNvSpPr/>
          <p:nvPr/>
        </p:nvSpPr>
        <p:spPr>
          <a:xfrm rot="1958843">
            <a:off x="15285836" y="7233516"/>
            <a:ext cx="1058785" cy="1136951"/>
          </a:xfrm>
          <a:custGeom>
            <a:avLst/>
            <a:gdLst/>
            <a:ahLst/>
            <a:cxnLst/>
            <a:rect l="l" t="t" r="r" b="b"/>
            <a:pathLst>
              <a:path w="1058785" h="1136951">
                <a:moveTo>
                  <a:pt x="0" y="0"/>
                </a:moveTo>
                <a:lnTo>
                  <a:pt x="1058786" y="0"/>
                </a:lnTo>
                <a:lnTo>
                  <a:pt x="1058786" y="1136951"/>
                </a:lnTo>
                <a:lnTo>
                  <a:pt x="0" y="11369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0CE45C9A-2D27-202E-8B94-1FE142FD4B0B}"/>
              </a:ext>
            </a:extLst>
          </p:cNvPr>
          <p:cNvSpPr/>
          <p:nvPr/>
        </p:nvSpPr>
        <p:spPr>
          <a:xfrm rot="1958843">
            <a:off x="939982" y="4427638"/>
            <a:ext cx="1058785" cy="1136951"/>
          </a:xfrm>
          <a:custGeom>
            <a:avLst/>
            <a:gdLst/>
            <a:ahLst/>
            <a:cxnLst/>
            <a:rect l="l" t="t" r="r" b="b"/>
            <a:pathLst>
              <a:path w="1058785" h="1136951">
                <a:moveTo>
                  <a:pt x="0" y="0"/>
                </a:moveTo>
                <a:lnTo>
                  <a:pt x="1058785" y="0"/>
                </a:lnTo>
                <a:lnTo>
                  <a:pt x="1058785" y="1136951"/>
                </a:lnTo>
                <a:lnTo>
                  <a:pt x="0" y="11369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447300D-FA7C-6DEB-BF87-16BD347C007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-6031283" y="4214694"/>
            <a:ext cx="9546473" cy="104679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F4D827A-2746-A983-655F-C2D06499F9AE}"/>
              </a:ext>
            </a:extLst>
          </p:cNvPr>
          <p:cNvSpPr txBox="1"/>
          <p:nvPr/>
        </p:nvSpPr>
        <p:spPr>
          <a:xfrm>
            <a:off x="3385462" y="6153929"/>
            <a:ext cx="1192142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vi-VN" sz="3200" b="1">
                <a:solidFill>
                  <a:srgbClr val="46281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- Quản lý tác vụ bán hàng: </a:t>
            </a:r>
            <a:r>
              <a:rPr lang="vi-VN" sz="2800">
                <a:solidFill>
                  <a:srgbClr val="46281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order món cho khách hàng, dễ dàng tạo và xuất hóa đơn, quản lý các trạng thái các bàn trong quán.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64BA9A3-EBE4-04C6-CB10-E7AA28E6572F}"/>
              </a:ext>
            </a:extLst>
          </p:cNvPr>
          <p:cNvSpPr txBox="1"/>
          <p:nvPr/>
        </p:nvSpPr>
        <p:spPr>
          <a:xfrm>
            <a:off x="1953215" y="1424790"/>
            <a:ext cx="7938164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vi-VN" sz="9600">
                <a:solidFill>
                  <a:srgbClr val="50564F"/>
                </a:solidFill>
                <a:latin typeface="iCiel Soup of Justice" pitchFamily="2" charset="0"/>
                <a:ea typeface="Genty"/>
                <a:cs typeface="Genty"/>
                <a:sym typeface="Genty"/>
              </a:rPr>
              <a:t>Nhiệm vụ</a:t>
            </a:r>
            <a:endParaRPr lang="en-US" sz="9600">
              <a:solidFill>
                <a:srgbClr val="50564F"/>
              </a:solidFill>
              <a:latin typeface="iCiel Soup of Justice" pitchFamily="2" charset="0"/>
              <a:ea typeface="Genty"/>
              <a:cs typeface="Genty"/>
              <a:sym typeface="Genty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DCDA32B-650A-0499-34C3-690FC360DDA9}"/>
              </a:ext>
            </a:extLst>
          </p:cNvPr>
          <p:cNvSpPr txBox="1"/>
          <p:nvPr/>
        </p:nvSpPr>
        <p:spPr>
          <a:xfrm>
            <a:off x="3385463" y="3352179"/>
            <a:ext cx="1192142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vi-VN" sz="3200" b="1">
                <a:solidFill>
                  <a:srgbClr val="46281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- Quản trị hệ thống và bảo mật: </a:t>
            </a:r>
            <a:r>
              <a:rPr lang="vi-VN" sz="2800">
                <a:solidFill>
                  <a:srgbClr val="46281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đăng nhập, xác thực người dùng an toàn. Phân quyền đăng nhập giữa quản lý và nhân viên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3A650C5-8451-E26A-F71B-7E2330E676C4}"/>
              </a:ext>
            </a:extLst>
          </p:cNvPr>
          <p:cNvSpPr txBox="1"/>
          <p:nvPr/>
        </p:nvSpPr>
        <p:spPr>
          <a:xfrm>
            <a:off x="3385463" y="4945925"/>
            <a:ext cx="119214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vi-VN" sz="3200" b="1">
                <a:solidFill>
                  <a:srgbClr val="46281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- Quản lý cửa hàng: </a:t>
            </a:r>
            <a:r>
              <a:rPr lang="vi-VN" sz="2800">
                <a:solidFill>
                  <a:srgbClr val="46281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quản lý nhân viên, thực đơn, kho hàng và doanh thu cửa hàng.</a:t>
            </a:r>
          </a:p>
        </p:txBody>
      </p:sp>
    </p:spTree>
    <p:extLst>
      <p:ext uri="{BB962C8B-B14F-4D97-AF65-F5344CB8AC3E}">
        <p14:creationId xmlns:p14="http://schemas.microsoft.com/office/powerpoint/2010/main" val="23223730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1" grpId="0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BD7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6006F0-BA8E-FAD1-9A8B-5EC779C43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C942AAF-1D61-BDC9-71CA-F8A5ABDF7858}"/>
              </a:ext>
            </a:extLst>
          </p:cNvPr>
          <p:cNvSpPr/>
          <p:nvPr/>
        </p:nvSpPr>
        <p:spPr>
          <a:xfrm rot="927696">
            <a:off x="206481" y="7872785"/>
            <a:ext cx="2237852" cy="2368097"/>
          </a:xfrm>
          <a:custGeom>
            <a:avLst/>
            <a:gdLst/>
            <a:ahLst/>
            <a:cxnLst/>
            <a:rect l="l" t="t" r="r" b="b"/>
            <a:pathLst>
              <a:path w="3319486" h="3512683">
                <a:moveTo>
                  <a:pt x="0" y="0"/>
                </a:moveTo>
                <a:lnTo>
                  <a:pt x="3319486" y="0"/>
                </a:lnTo>
                <a:lnTo>
                  <a:pt x="3319486" y="3512683"/>
                </a:lnTo>
                <a:lnTo>
                  <a:pt x="0" y="35126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664313F-4047-93C8-1150-558878B3D288}"/>
              </a:ext>
            </a:extLst>
          </p:cNvPr>
          <p:cNvSpPr/>
          <p:nvPr/>
        </p:nvSpPr>
        <p:spPr>
          <a:xfrm>
            <a:off x="1290175" y="619852"/>
            <a:ext cx="15707649" cy="8757015"/>
          </a:xfrm>
          <a:custGeom>
            <a:avLst/>
            <a:gdLst/>
            <a:ahLst/>
            <a:cxnLst/>
            <a:rect l="l" t="t" r="r" b="b"/>
            <a:pathLst>
              <a:path w="13632925" h="7600356">
                <a:moveTo>
                  <a:pt x="0" y="0"/>
                </a:moveTo>
                <a:lnTo>
                  <a:pt x="13632924" y="0"/>
                </a:lnTo>
                <a:lnTo>
                  <a:pt x="13632924" y="7600355"/>
                </a:lnTo>
                <a:lnTo>
                  <a:pt x="0" y="76003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BDAAC767-8DB9-6357-A60E-161DAFA682C3}"/>
              </a:ext>
            </a:extLst>
          </p:cNvPr>
          <p:cNvSpPr/>
          <p:nvPr/>
        </p:nvSpPr>
        <p:spPr>
          <a:xfrm rot="-10800000" flipV="1">
            <a:off x="14766924" y="7801993"/>
            <a:ext cx="3521075" cy="2485007"/>
          </a:xfrm>
          <a:custGeom>
            <a:avLst/>
            <a:gdLst/>
            <a:ahLst/>
            <a:cxnLst/>
            <a:rect l="l" t="t" r="r" b="b"/>
            <a:pathLst>
              <a:path w="5636712" h="4114800">
                <a:moveTo>
                  <a:pt x="0" y="4114800"/>
                </a:moveTo>
                <a:lnTo>
                  <a:pt x="5636712" y="4114800"/>
                </a:lnTo>
                <a:lnTo>
                  <a:pt x="5636712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EC76B289-1430-E70E-8F14-413D61B4D2EF}"/>
              </a:ext>
            </a:extLst>
          </p:cNvPr>
          <p:cNvSpPr/>
          <p:nvPr/>
        </p:nvSpPr>
        <p:spPr>
          <a:xfrm rot="-10800000" flipH="1">
            <a:off x="-53065" y="-51848"/>
            <a:ext cx="4309154" cy="2688396"/>
          </a:xfrm>
          <a:custGeom>
            <a:avLst/>
            <a:gdLst/>
            <a:ahLst/>
            <a:cxnLst/>
            <a:rect l="l" t="t" r="r" b="b"/>
            <a:pathLst>
              <a:path w="5636712" h="4114800">
                <a:moveTo>
                  <a:pt x="5636712" y="0"/>
                </a:moveTo>
                <a:lnTo>
                  <a:pt x="0" y="0"/>
                </a:lnTo>
                <a:lnTo>
                  <a:pt x="0" y="4114800"/>
                </a:lnTo>
                <a:lnTo>
                  <a:pt x="5636712" y="4114800"/>
                </a:lnTo>
                <a:lnTo>
                  <a:pt x="563671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CF117D14-18C6-81B6-C1C6-E260A6761AE3}"/>
              </a:ext>
            </a:extLst>
          </p:cNvPr>
          <p:cNvSpPr/>
          <p:nvPr/>
        </p:nvSpPr>
        <p:spPr>
          <a:xfrm rot="20787057">
            <a:off x="15967042" y="614705"/>
            <a:ext cx="1807720" cy="1620169"/>
          </a:xfrm>
          <a:custGeom>
            <a:avLst/>
            <a:gdLst/>
            <a:ahLst/>
            <a:cxnLst/>
            <a:rect l="l" t="t" r="r" b="b"/>
            <a:pathLst>
              <a:path w="3585289" h="3213315">
                <a:moveTo>
                  <a:pt x="0" y="0"/>
                </a:moveTo>
                <a:lnTo>
                  <a:pt x="3585289" y="0"/>
                </a:lnTo>
                <a:lnTo>
                  <a:pt x="3585289" y="3213315"/>
                </a:lnTo>
                <a:lnTo>
                  <a:pt x="0" y="321331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873833C4-32AF-E07E-9B9F-DBB5F5974272}"/>
              </a:ext>
            </a:extLst>
          </p:cNvPr>
          <p:cNvSpPr/>
          <p:nvPr/>
        </p:nvSpPr>
        <p:spPr>
          <a:xfrm rot="-1242283">
            <a:off x="9147865" y="1090052"/>
            <a:ext cx="642325" cy="689745"/>
          </a:xfrm>
          <a:custGeom>
            <a:avLst/>
            <a:gdLst/>
            <a:ahLst/>
            <a:cxnLst/>
            <a:rect l="l" t="t" r="r" b="b"/>
            <a:pathLst>
              <a:path w="642325" h="689745">
                <a:moveTo>
                  <a:pt x="0" y="0"/>
                </a:moveTo>
                <a:lnTo>
                  <a:pt x="642325" y="0"/>
                </a:lnTo>
                <a:lnTo>
                  <a:pt x="642325" y="689745"/>
                </a:lnTo>
                <a:lnTo>
                  <a:pt x="0" y="6897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084DEE3A-C765-2562-1D2E-35E8BF175813}"/>
              </a:ext>
            </a:extLst>
          </p:cNvPr>
          <p:cNvSpPr/>
          <p:nvPr/>
        </p:nvSpPr>
        <p:spPr>
          <a:xfrm rot="-1242283">
            <a:off x="4791348" y="8932646"/>
            <a:ext cx="642325" cy="689745"/>
          </a:xfrm>
          <a:custGeom>
            <a:avLst/>
            <a:gdLst/>
            <a:ahLst/>
            <a:cxnLst/>
            <a:rect l="l" t="t" r="r" b="b"/>
            <a:pathLst>
              <a:path w="642325" h="689745">
                <a:moveTo>
                  <a:pt x="0" y="0"/>
                </a:moveTo>
                <a:lnTo>
                  <a:pt x="642326" y="0"/>
                </a:lnTo>
                <a:lnTo>
                  <a:pt x="642326" y="689746"/>
                </a:lnTo>
                <a:lnTo>
                  <a:pt x="0" y="6897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598DE2DF-4BF5-8D3D-614B-B160A31C9150}"/>
              </a:ext>
            </a:extLst>
          </p:cNvPr>
          <p:cNvSpPr/>
          <p:nvPr/>
        </p:nvSpPr>
        <p:spPr>
          <a:xfrm rot="1958843">
            <a:off x="16237235" y="3762104"/>
            <a:ext cx="835922" cy="897635"/>
          </a:xfrm>
          <a:custGeom>
            <a:avLst/>
            <a:gdLst/>
            <a:ahLst/>
            <a:cxnLst/>
            <a:rect l="l" t="t" r="r" b="b"/>
            <a:pathLst>
              <a:path w="1058785" h="1136951">
                <a:moveTo>
                  <a:pt x="0" y="0"/>
                </a:moveTo>
                <a:lnTo>
                  <a:pt x="1058786" y="0"/>
                </a:lnTo>
                <a:lnTo>
                  <a:pt x="1058786" y="1136951"/>
                </a:lnTo>
                <a:lnTo>
                  <a:pt x="0" y="11369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EB92D6B5-E201-A474-70E4-2F191827698B}"/>
              </a:ext>
            </a:extLst>
          </p:cNvPr>
          <p:cNvSpPr/>
          <p:nvPr/>
        </p:nvSpPr>
        <p:spPr>
          <a:xfrm rot="1958843">
            <a:off x="939982" y="4427638"/>
            <a:ext cx="1058785" cy="1136951"/>
          </a:xfrm>
          <a:custGeom>
            <a:avLst/>
            <a:gdLst/>
            <a:ahLst/>
            <a:cxnLst/>
            <a:rect l="l" t="t" r="r" b="b"/>
            <a:pathLst>
              <a:path w="1058785" h="1136951">
                <a:moveTo>
                  <a:pt x="0" y="0"/>
                </a:moveTo>
                <a:lnTo>
                  <a:pt x="1058785" y="0"/>
                </a:lnTo>
                <a:lnTo>
                  <a:pt x="1058785" y="1136951"/>
                </a:lnTo>
                <a:lnTo>
                  <a:pt x="0" y="11369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8EC7214-1D17-8950-E46E-958F354F6C0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-6031283" y="4214694"/>
            <a:ext cx="9546473" cy="104679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8C53B18-AEB3-3DC0-F9C7-B6D8831B4E46}"/>
              </a:ext>
            </a:extLst>
          </p:cNvPr>
          <p:cNvSpPr txBox="1"/>
          <p:nvPr/>
        </p:nvSpPr>
        <p:spPr>
          <a:xfrm>
            <a:off x="3352805" y="5762218"/>
            <a:ext cx="119214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vi-VN" sz="3200" b="1">
                <a:solidFill>
                  <a:srgbClr val="46281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- Đảm bảo tính chính xác </a:t>
            </a:r>
            <a:r>
              <a:rPr lang="vi-VN" sz="2800">
                <a:solidFill>
                  <a:srgbClr val="46281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trong việc tính toán, tổng hợp và thống kê doanh thu.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9283F28-C10D-9034-9B2B-E00A0E652FA6}"/>
              </a:ext>
            </a:extLst>
          </p:cNvPr>
          <p:cNvSpPr txBox="1"/>
          <p:nvPr/>
        </p:nvSpPr>
        <p:spPr>
          <a:xfrm>
            <a:off x="1780502" y="1380785"/>
            <a:ext cx="7938164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vi-VN" sz="9600">
                <a:solidFill>
                  <a:srgbClr val="50564F"/>
                </a:solidFill>
                <a:latin typeface="iCiel Soup of Justice" pitchFamily="2" charset="0"/>
                <a:ea typeface="Genty"/>
                <a:cs typeface="Genty"/>
                <a:sym typeface="Genty"/>
              </a:rPr>
              <a:t>Mục tiêu</a:t>
            </a:r>
            <a:endParaRPr lang="en-US" sz="9600">
              <a:solidFill>
                <a:srgbClr val="50564F"/>
              </a:solidFill>
              <a:latin typeface="iCiel Soup of Justice" pitchFamily="2" charset="0"/>
              <a:ea typeface="Genty"/>
              <a:cs typeface="Genty"/>
              <a:sym typeface="Genty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8A53C14-0AB0-99D0-58C5-3E90BFAF301E}"/>
              </a:ext>
            </a:extLst>
          </p:cNvPr>
          <p:cNvSpPr txBox="1"/>
          <p:nvPr/>
        </p:nvSpPr>
        <p:spPr>
          <a:xfrm>
            <a:off x="3352805" y="3289808"/>
            <a:ext cx="119214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vi-VN" sz="3200" b="1">
                <a:solidFill>
                  <a:srgbClr val="46281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- Xây dựng được một phần mềm hoàn chỉnh</a:t>
            </a:r>
            <a:endParaRPr lang="vi-VN" sz="2800">
              <a:solidFill>
                <a:srgbClr val="462812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2C24D06-1305-90AC-645D-41120EE0706F}"/>
              </a:ext>
            </a:extLst>
          </p:cNvPr>
          <p:cNvSpPr txBox="1"/>
          <p:nvPr/>
        </p:nvSpPr>
        <p:spPr>
          <a:xfrm>
            <a:off x="3341919" y="4119562"/>
            <a:ext cx="1192142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vi-VN" sz="3200" b="1">
                <a:solidFill>
                  <a:srgbClr val="46281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- Tối ưu hóa quy trình bán hàng: </a:t>
            </a:r>
            <a:r>
              <a:rPr lang="vi-VN" sz="2800">
                <a:solidFill>
                  <a:srgbClr val="46281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Giảm thời gian order của nhân viên xuống mức thấp nhất, tăng trải nghiệm của khách hàng lên mức cao nhất.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17754A-8484-0E4A-5350-64BD653028B9}"/>
              </a:ext>
            </a:extLst>
          </p:cNvPr>
          <p:cNvSpPr txBox="1"/>
          <p:nvPr/>
        </p:nvSpPr>
        <p:spPr>
          <a:xfrm>
            <a:off x="3341918" y="6972238"/>
            <a:ext cx="119214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vi-VN" sz="3200" b="1">
                <a:solidFill>
                  <a:srgbClr val="46281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- Giao diện thân thiện</a:t>
            </a:r>
            <a:endParaRPr lang="vi-VN" sz="2800">
              <a:solidFill>
                <a:srgbClr val="462812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97005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1" grpId="0"/>
      <p:bldP spid="24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BD7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ED0A5E-8C30-0691-2381-E42961A66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BF273FC-9BCE-667A-A626-B3E65270EAC3}"/>
              </a:ext>
            </a:extLst>
          </p:cNvPr>
          <p:cNvSpPr/>
          <p:nvPr/>
        </p:nvSpPr>
        <p:spPr>
          <a:xfrm rot="-1567435">
            <a:off x="-552824" y="6011099"/>
            <a:ext cx="4139987" cy="4380938"/>
          </a:xfrm>
          <a:custGeom>
            <a:avLst/>
            <a:gdLst/>
            <a:ahLst/>
            <a:cxnLst/>
            <a:rect l="l" t="t" r="r" b="b"/>
            <a:pathLst>
              <a:path w="3319486" h="3512683">
                <a:moveTo>
                  <a:pt x="0" y="0"/>
                </a:moveTo>
                <a:lnTo>
                  <a:pt x="3319486" y="0"/>
                </a:lnTo>
                <a:lnTo>
                  <a:pt x="3319486" y="3512683"/>
                </a:lnTo>
                <a:lnTo>
                  <a:pt x="0" y="35126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E85F298-0093-4EA8-BFEC-11808625CAD1}"/>
              </a:ext>
            </a:extLst>
          </p:cNvPr>
          <p:cNvSpPr/>
          <p:nvPr/>
        </p:nvSpPr>
        <p:spPr>
          <a:xfrm>
            <a:off x="3446463" y="2025130"/>
            <a:ext cx="11517072" cy="5968870"/>
          </a:xfrm>
          <a:custGeom>
            <a:avLst/>
            <a:gdLst/>
            <a:ahLst/>
            <a:cxnLst/>
            <a:rect l="l" t="t" r="r" b="b"/>
            <a:pathLst>
              <a:path w="13632925" h="7600356">
                <a:moveTo>
                  <a:pt x="0" y="0"/>
                </a:moveTo>
                <a:lnTo>
                  <a:pt x="13632924" y="0"/>
                </a:lnTo>
                <a:lnTo>
                  <a:pt x="13632924" y="7600355"/>
                </a:lnTo>
                <a:lnTo>
                  <a:pt x="0" y="76003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10A0AD4F-C37C-79F8-FB0F-7F05449C218A}"/>
              </a:ext>
            </a:extLst>
          </p:cNvPr>
          <p:cNvSpPr/>
          <p:nvPr/>
        </p:nvSpPr>
        <p:spPr>
          <a:xfrm rot="-10800000" flipV="1">
            <a:off x="12641947" y="6302285"/>
            <a:ext cx="5646052" cy="3984715"/>
          </a:xfrm>
          <a:custGeom>
            <a:avLst/>
            <a:gdLst/>
            <a:ahLst/>
            <a:cxnLst/>
            <a:rect l="l" t="t" r="r" b="b"/>
            <a:pathLst>
              <a:path w="5636712" h="4114800">
                <a:moveTo>
                  <a:pt x="0" y="4114800"/>
                </a:moveTo>
                <a:lnTo>
                  <a:pt x="5636712" y="4114800"/>
                </a:lnTo>
                <a:lnTo>
                  <a:pt x="5636712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9049A400-99B2-2941-9F80-08B488728EEA}"/>
              </a:ext>
            </a:extLst>
          </p:cNvPr>
          <p:cNvSpPr/>
          <p:nvPr/>
        </p:nvSpPr>
        <p:spPr>
          <a:xfrm rot="-10800000" flipH="1">
            <a:off x="-53065" y="-51849"/>
            <a:ext cx="6595498" cy="4114801"/>
          </a:xfrm>
          <a:custGeom>
            <a:avLst/>
            <a:gdLst/>
            <a:ahLst/>
            <a:cxnLst/>
            <a:rect l="l" t="t" r="r" b="b"/>
            <a:pathLst>
              <a:path w="5636712" h="4114800">
                <a:moveTo>
                  <a:pt x="5636712" y="0"/>
                </a:moveTo>
                <a:lnTo>
                  <a:pt x="0" y="0"/>
                </a:lnTo>
                <a:lnTo>
                  <a:pt x="0" y="4114800"/>
                </a:lnTo>
                <a:lnTo>
                  <a:pt x="5636712" y="4114800"/>
                </a:lnTo>
                <a:lnTo>
                  <a:pt x="563671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BC72C89E-9A2F-D876-F1A3-F52949CC97A5}"/>
              </a:ext>
            </a:extLst>
          </p:cNvPr>
          <p:cNvSpPr/>
          <p:nvPr/>
        </p:nvSpPr>
        <p:spPr>
          <a:xfrm rot="900000">
            <a:off x="15196217" y="691910"/>
            <a:ext cx="3698970" cy="3315202"/>
          </a:xfrm>
          <a:custGeom>
            <a:avLst/>
            <a:gdLst/>
            <a:ahLst/>
            <a:cxnLst/>
            <a:rect l="l" t="t" r="r" b="b"/>
            <a:pathLst>
              <a:path w="3585289" h="3213315">
                <a:moveTo>
                  <a:pt x="0" y="0"/>
                </a:moveTo>
                <a:lnTo>
                  <a:pt x="3585289" y="0"/>
                </a:lnTo>
                <a:lnTo>
                  <a:pt x="3585289" y="3213315"/>
                </a:lnTo>
                <a:lnTo>
                  <a:pt x="0" y="321331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ED7F2C0B-DE05-9D16-955D-172A586AAF10}"/>
              </a:ext>
            </a:extLst>
          </p:cNvPr>
          <p:cNvSpPr/>
          <p:nvPr/>
        </p:nvSpPr>
        <p:spPr>
          <a:xfrm rot="-1242283">
            <a:off x="11904178" y="783886"/>
            <a:ext cx="642325" cy="689745"/>
          </a:xfrm>
          <a:custGeom>
            <a:avLst/>
            <a:gdLst/>
            <a:ahLst/>
            <a:cxnLst/>
            <a:rect l="l" t="t" r="r" b="b"/>
            <a:pathLst>
              <a:path w="642325" h="689745">
                <a:moveTo>
                  <a:pt x="0" y="0"/>
                </a:moveTo>
                <a:lnTo>
                  <a:pt x="642325" y="0"/>
                </a:lnTo>
                <a:lnTo>
                  <a:pt x="642325" y="689745"/>
                </a:lnTo>
                <a:lnTo>
                  <a:pt x="0" y="6897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9253151F-0C9E-4872-CA4E-19C1E3AF1084}"/>
              </a:ext>
            </a:extLst>
          </p:cNvPr>
          <p:cNvSpPr/>
          <p:nvPr/>
        </p:nvSpPr>
        <p:spPr>
          <a:xfrm rot="-1242283">
            <a:off x="4791348" y="8932646"/>
            <a:ext cx="642325" cy="689745"/>
          </a:xfrm>
          <a:custGeom>
            <a:avLst/>
            <a:gdLst/>
            <a:ahLst/>
            <a:cxnLst/>
            <a:rect l="l" t="t" r="r" b="b"/>
            <a:pathLst>
              <a:path w="642325" h="689745">
                <a:moveTo>
                  <a:pt x="0" y="0"/>
                </a:moveTo>
                <a:lnTo>
                  <a:pt x="642326" y="0"/>
                </a:lnTo>
                <a:lnTo>
                  <a:pt x="642326" y="689746"/>
                </a:lnTo>
                <a:lnTo>
                  <a:pt x="0" y="6897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CCD6BBF8-585F-2AEF-AEE7-58CFF3C3A8F9}"/>
              </a:ext>
            </a:extLst>
          </p:cNvPr>
          <p:cNvSpPr/>
          <p:nvPr/>
        </p:nvSpPr>
        <p:spPr>
          <a:xfrm rot="1958843">
            <a:off x="15347036" y="7024524"/>
            <a:ext cx="1058785" cy="1136951"/>
          </a:xfrm>
          <a:custGeom>
            <a:avLst/>
            <a:gdLst/>
            <a:ahLst/>
            <a:cxnLst/>
            <a:rect l="l" t="t" r="r" b="b"/>
            <a:pathLst>
              <a:path w="1058785" h="1136951">
                <a:moveTo>
                  <a:pt x="0" y="0"/>
                </a:moveTo>
                <a:lnTo>
                  <a:pt x="1058786" y="0"/>
                </a:lnTo>
                <a:lnTo>
                  <a:pt x="1058786" y="1136951"/>
                </a:lnTo>
                <a:lnTo>
                  <a:pt x="0" y="11369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4F46170A-D247-3025-88FA-E40B76DFF0B9}"/>
              </a:ext>
            </a:extLst>
          </p:cNvPr>
          <p:cNvSpPr/>
          <p:nvPr/>
        </p:nvSpPr>
        <p:spPr>
          <a:xfrm rot="1958843">
            <a:off x="1038133" y="3096585"/>
            <a:ext cx="1058785" cy="1136951"/>
          </a:xfrm>
          <a:custGeom>
            <a:avLst/>
            <a:gdLst/>
            <a:ahLst/>
            <a:cxnLst/>
            <a:rect l="l" t="t" r="r" b="b"/>
            <a:pathLst>
              <a:path w="1058785" h="1136951">
                <a:moveTo>
                  <a:pt x="0" y="0"/>
                </a:moveTo>
                <a:lnTo>
                  <a:pt x="1058785" y="0"/>
                </a:lnTo>
                <a:lnTo>
                  <a:pt x="1058785" y="1136951"/>
                </a:lnTo>
                <a:lnTo>
                  <a:pt x="0" y="11369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94D3C52-96E2-AEFA-67C0-FB1DF775A3F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-6031283" y="4214694"/>
            <a:ext cx="9546473" cy="1046795"/>
          </a:xfrm>
          <a:prstGeom prst="rect">
            <a:avLst/>
          </a:prstGeom>
        </p:spPr>
      </p:pic>
      <p:sp>
        <p:nvSpPr>
          <p:cNvPr id="22" name="TextBox 8">
            <a:extLst>
              <a:ext uri="{FF2B5EF4-FFF2-40B4-BE49-F238E27FC236}">
                <a16:creationId xmlns:a16="http://schemas.microsoft.com/office/drawing/2014/main" id="{4D006A26-678D-1D40-87F6-0B28CED9DEF7}"/>
              </a:ext>
            </a:extLst>
          </p:cNvPr>
          <p:cNvSpPr txBox="1"/>
          <p:nvPr/>
        </p:nvSpPr>
        <p:spPr>
          <a:xfrm>
            <a:off x="5221575" y="2954810"/>
            <a:ext cx="7938164" cy="35394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vi-VN" sz="11500">
                <a:solidFill>
                  <a:srgbClr val="50564F"/>
                </a:solidFill>
                <a:latin typeface="iCiel Soup of Justice" pitchFamily="2" charset="0"/>
                <a:ea typeface="Genty"/>
                <a:cs typeface="Genty"/>
                <a:sym typeface="Genty"/>
              </a:rPr>
              <a:t>Các chức năng chính</a:t>
            </a:r>
            <a:endParaRPr lang="en-US" sz="11500">
              <a:solidFill>
                <a:srgbClr val="50564F"/>
              </a:solidFill>
              <a:latin typeface="iCiel Soup of Justice" pitchFamily="2" charset="0"/>
              <a:ea typeface="Genty"/>
              <a:cs typeface="Genty"/>
              <a:sym typeface="Genty"/>
            </a:endParaRPr>
          </a:p>
        </p:txBody>
      </p:sp>
    </p:spTree>
    <p:extLst>
      <p:ext uri="{BB962C8B-B14F-4D97-AF65-F5344CB8AC3E}">
        <p14:creationId xmlns:p14="http://schemas.microsoft.com/office/powerpoint/2010/main" val="15807118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BD7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16A431-8C07-F3CD-E97C-6A814DA57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8D0C8332-D57F-38A1-8D96-0EB92FE37D5C}"/>
              </a:ext>
            </a:extLst>
          </p:cNvPr>
          <p:cNvSpPr/>
          <p:nvPr/>
        </p:nvSpPr>
        <p:spPr>
          <a:xfrm>
            <a:off x="3583022" y="7718238"/>
            <a:ext cx="1627680" cy="717028"/>
          </a:xfrm>
          <a:custGeom>
            <a:avLst/>
            <a:gdLst>
              <a:gd name="csX0" fmla="*/ 13607541 w 13924380"/>
              <a:gd name="csY0" fmla="*/ 4703349 h 7884392"/>
              <a:gd name="csX1" fmla="*/ 13784522 w 13924380"/>
              <a:gd name="csY1" fmla="*/ 2255116 h 7884392"/>
              <a:gd name="csX2" fmla="*/ 11778741 w 13924380"/>
              <a:gd name="csY2" fmla="*/ 219839 h 7884392"/>
              <a:gd name="csX3" fmla="*/ 5318948 w 13924380"/>
              <a:gd name="csY3" fmla="*/ 72355 h 7884392"/>
              <a:gd name="csX4" fmla="*/ 1543361 w 13924380"/>
              <a:gd name="csY4" fmla="*/ 367323 h 7884392"/>
              <a:gd name="csX5" fmla="*/ 157012 w 13924380"/>
              <a:gd name="csY5" fmla="*/ 2196123 h 7884392"/>
              <a:gd name="csX6" fmla="*/ 392987 w 13924380"/>
              <a:gd name="csY6" fmla="*/ 6178187 h 7884392"/>
              <a:gd name="csX7" fmla="*/ 3372161 w 13924380"/>
              <a:gd name="csY7" fmla="*/ 7594033 h 7884392"/>
              <a:gd name="csX8" fmla="*/ 9094535 w 13924380"/>
              <a:gd name="csY8" fmla="*/ 7859504 h 7884392"/>
              <a:gd name="csX9" fmla="*/ 12427670 w 13924380"/>
              <a:gd name="csY9" fmla="*/ 7210575 h 7884392"/>
              <a:gd name="csX10" fmla="*/ 13607541 w 13924380"/>
              <a:gd name="csY10" fmla="*/ 4703349 h 78843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3924380" h="7884392">
                <a:moveTo>
                  <a:pt x="13607541" y="4703349"/>
                </a:moveTo>
                <a:cubicBezTo>
                  <a:pt x="13833683" y="3877439"/>
                  <a:pt x="14089322" y="3002368"/>
                  <a:pt x="13784522" y="2255116"/>
                </a:cubicBezTo>
                <a:cubicBezTo>
                  <a:pt x="13479722" y="1507864"/>
                  <a:pt x="13189670" y="583632"/>
                  <a:pt x="11778741" y="219839"/>
                </a:cubicBezTo>
                <a:cubicBezTo>
                  <a:pt x="10367812" y="-143954"/>
                  <a:pt x="7024845" y="47774"/>
                  <a:pt x="5318948" y="72355"/>
                </a:cubicBezTo>
                <a:cubicBezTo>
                  <a:pt x="3613051" y="96936"/>
                  <a:pt x="2403684" y="13362"/>
                  <a:pt x="1543361" y="367323"/>
                </a:cubicBezTo>
                <a:cubicBezTo>
                  <a:pt x="683038" y="721284"/>
                  <a:pt x="348741" y="1227646"/>
                  <a:pt x="157012" y="2196123"/>
                </a:cubicBezTo>
                <a:cubicBezTo>
                  <a:pt x="-34717" y="3164600"/>
                  <a:pt x="-142871" y="5278535"/>
                  <a:pt x="392987" y="6178187"/>
                </a:cubicBezTo>
                <a:cubicBezTo>
                  <a:pt x="928845" y="7077839"/>
                  <a:pt x="1921903" y="7313813"/>
                  <a:pt x="3372161" y="7594033"/>
                </a:cubicBezTo>
                <a:cubicBezTo>
                  <a:pt x="4822419" y="7874253"/>
                  <a:pt x="7585284" y="7923414"/>
                  <a:pt x="9094535" y="7859504"/>
                </a:cubicBezTo>
                <a:cubicBezTo>
                  <a:pt x="10603786" y="7795594"/>
                  <a:pt x="11670586" y="7731685"/>
                  <a:pt x="12427670" y="7210575"/>
                </a:cubicBezTo>
                <a:cubicBezTo>
                  <a:pt x="13184754" y="6689465"/>
                  <a:pt x="13381399" y="5529259"/>
                  <a:pt x="13607541" y="4703349"/>
                </a:cubicBezTo>
                <a:close/>
              </a:path>
            </a:pathLst>
          </a:custGeom>
          <a:solidFill>
            <a:srgbClr val="F9F6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996EF13F-0F57-1846-36B7-D3A02EAD29DD}"/>
              </a:ext>
            </a:extLst>
          </p:cNvPr>
          <p:cNvSpPr/>
          <p:nvPr/>
        </p:nvSpPr>
        <p:spPr>
          <a:xfrm>
            <a:off x="9314121" y="4890977"/>
            <a:ext cx="3296093" cy="2169042"/>
          </a:xfrm>
          <a:custGeom>
            <a:avLst/>
            <a:gdLst>
              <a:gd name="csX0" fmla="*/ 0 w 3296093"/>
              <a:gd name="csY0" fmla="*/ 0 h 2169042"/>
              <a:gd name="csX1" fmla="*/ 1339702 w 3296093"/>
              <a:gd name="csY1" fmla="*/ 1637414 h 2169042"/>
              <a:gd name="csX2" fmla="*/ 3296093 w 3296093"/>
              <a:gd name="csY2" fmla="*/ 2169042 h 21690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296093" h="2169042">
                <a:moveTo>
                  <a:pt x="0" y="0"/>
                </a:moveTo>
                <a:cubicBezTo>
                  <a:pt x="395176" y="637953"/>
                  <a:pt x="790353" y="1275907"/>
                  <a:pt x="1339702" y="1637414"/>
                </a:cubicBezTo>
                <a:cubicBezTo>
                  <a:pt x="1889051" y="1998921"/>
                  <a:pt x="2592572" y="2083981"/>
                  <a:pt x="3296093" y="2169042"/>
                </a:cubicBezTo>
              </a:path>
            </a:pathLst>
          </a:custGeom>
          <a:noFill/>
          <a:ln w="57150">
            <a:solidFill>
              <a:srgbClr val="5056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D60926C3-BB02-25DB-A433-B5E591134037}"/>
              </a:ext>
            </a:extLst>
          </p:cNvPr>
          <p:cNvSpPr/>
          <p:nvPr/>
        </p:nvSpPr>
        <p:spPr>
          <a:xfrm rot="-1567435">
            <a:off x="-1208250" y="10709411"/>
            <a:ext cx="1553066" cy="1643456"/>
          </a:xfrm>
          <a:custGeom>
            <a:avLst/>
            <a:gdLst/>
            <a:ahLst/>
            <a:cxnLst/>
            <a:rect l="l" t="t" r="r" b="b"/>
            <a:pathLst>
              <a:path w="3319486" h="3512683">
                <a:moveTo>
                  <a:pt x="0" y="0"/>
                </a:moveTo>
                <a:lnTo>
                  <a:pt x="3319486" y="0"/>
                </a:lnTo>
                <a:lnTo>
                  <a:pt x="3319486" y="3512683"/>
                </a:lnTo>
                <a:lnTo>
                  <a:pt x="0" y="35126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0DF86F7C-F61A-05D1-2A1C-D0306AED6E8F}"/>
              </a:ext>
            </a:extLst>
          </p:cNvPr>
          <p:cNvSpPr/>
          <p:nvPr/>
        </p:nvSpPr>
        <p:spPr>
          <a:xfrm rot="-10800000" flipV="1">
            <a:off x="18319955" y="10085511"/>
            <a:ext cx="2048350" cy="1445628"/>
          </a:xfrm>
          <a:custGeom>
            <a:avLst/>
            <a:gdLst/>
            <a:ahLst/>
            <a:cxnLst/>
            <a:rect l="l" t="t" r="r" b="b"/>
            <a:pathLst>
              <a:path w="5636712" h="4114800">
                <a:moveTo>
                  <a:pt x="0" y="4114800"/>
                </a:moveTo>
                <a:lnTo>
                  <a:pt x="5636712" y="4114800"/>
                </a:lnTo>
                <a:lnTo>
                  <a:pt x="5636712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A59BAC0B-AB5A-5055-AC33-4C2B6E1DB104}"/>
              </a:ext>
            </a:extLst>
          </p:cNvPr>
          <p:cNvSpPr/>
          <p:nvPr/>
        </p:nvSpPr>
        <p:spPr>
          <a:xfrm rot="-10800000" flipH="1">
            <a:off x="-1" y="-38099"/>
            <a:ext cx="6073045" cy="3788853"/>
          </a:xfrm>
          <a:custGeom>
            <a:avLst/>
            <a:gdLst/>
            <a:ahLst/>
            <a:cxnLst/>
            <a:rect l="l" t="t" r="r" b="b"/>
            <a:pathLst>
              <a:path w="5636712" h="4114800">
                <a:moveTo>
                  <a:pt x="5636712" y="0"/>
                </a:moveTo>
                <a:lnTo>
                  <a:pt x="0" y="0"/>
                </a:lnTo>
                <a:lnTo>
                  <a:pt x="0" y="4114800"/>
                </a:lnTo>
                <a:lnTo>
                  <a:pt x="5636712" y="4114800"/>
                </a:lnTo>
                <a:lnTo>
                  <a:pt x="563671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72F8F8B4-DAF1-3055-7F6C-A2F6A52AB0CE}"/>
              </a:ext>
            </a:extLst>
          </p:cNvPr>
          <p:cNvSpPr/>
          <p:nvPr/>
        </p:nvSpPr>
        <p:spPr>
          <a:xfrm rot="900000">
            <a:off x="19461455" y="-569463"/>
            <a:ext cx="1185747" cy="1062726"/>
          </a:xfrm>
          <a:custGeom>
            <a:avLst/>
            <a:gdLst/>
            <a:ahLst/>
            <a:cxnLst/>
            <a:rect l="l" t="t" r="r" b="b"/>
            <a:pathLst>
              <a:path w="3585289" h="3213315">
                <a:moveTo>
                  <a:pt x="0" y="0"/>
                </a:moveTo>
                <a:lnTo>
                  <a:pt x="3585289" y="0"/>
                </a:lnTo>
                <a:lnTo>
                  <a:pt x="3585289" y="3213315"/>
                </a:lnTo>
                <a:lnTo>
                  <a:pt x="0" y="32133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027C0AE2-4D64-A5A0-A24E-D3C5FA30790C}"/>
              </a:ext>
            </a:extLst>
          </p:cNvPr>
          <p:cNvSpPr/>
          <p:nvPr/>
        </p:nvSpPr>
        <p:spPr>
          <a:xfrm rot="-1242283">
            <a:off x="18009795" y="3210659"/>
            <a:ext cx="556410" cy="597487"/>
          </a:xfrm>
          <a:custGeom>
            <a:avLst/>
            <a:gdLst/>
            <a:ahLst/>
            <a:cxnLst/>
            <a:rect l="l" t="t" r="r" b="b"/>
            <a:pathLst>
              <a:path w="642325" h="689745">
                <a:moveTo>
                  <a:pt x="0" y="0"/>
                </a:moveTo>
                <a:lnTo>
                  <a:pt x="642325" y="0"/>
                </a:lnTo>
                <a:lnTo>
                  <a:pt x="642325" y="689745"/>
                </a:lnTo>
                <a:lnTo>
                  <a:pt x="0" y="6897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F1FF7D66-3D90-F282-DEF4-25A60AB8BFAA}"/>
              </a:ext>
            </a:extLst>
          </p:cNvPr>
          <p:cNvSpPr/>
          <p:nvPr/>
        </p:nvSpPr>
        <p:spPr>
          <a:xfrm rot="-1242283">
            <a:off x="2715359" y="9758307"/>
            <a:ext cx="642325" cy="689745"/>
          </a:xfrm>
          <a:custGeom>
            <a:avLst/>
            <a:gdLst/>
            <a:ahLst/>
            <a:cxnLst/>
            <a:rect l="l" t="t" r="r" b="b"/>
            <a:pathLst>
              <a:path w="642325" h="689745">
                <a:moveTo>
                  <a:pt x="0" y="0"/>
                </a:moveTo>
                <a:lnTo>
                  <a:pt x="642326" y="0"/>
                </a:lnTo>
                <a:lnTo>
                  <a:pt x="642326" y="689746"/>
                </a:lnTo>
                <a:lnTo>
                  <a:pt x="0" y="6897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29C5285C-5030-AC56-E8E6-AFCCB8F15E57}"/>
              </a:ext>
            </a:extLst>
          </p:cNvPr>
          <p:cNvSpPr/>
          <p:nvPr/>
        </p:nvSpPr>
        <p:spPr>
          <a:xfrm rot="1958843">
            <a:off x="760731" y="2940927"/>
            <a:ext cx="1058785" cy="1136951"/>
          </a:xfrm>
          <a:custGeom>
            <a:avLst/>
            <a:gdLst/>
            <a:ahLst/>
            <a:cxnLst/>
            <a:rect l="l" t="t" r="r" b="b"/>
            <a:pathLst>
              <a:path w="1058785" h="1136951">
                <a:moveTo>
                  <a:pt x="0" y="0"/>
                </a:moveTo>
                <a:lnTo>
                  <a:pt x="1058786" y="0"/>
                </a:lnTo>
                <a:lnTo>
                  <a:pt x="1058786" y="1136951"/>
                </a:lnTo>
                <a:lnTo>
                  <a:pt x="0" y="11369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78ED319-F96C-7735-7EBD-CE613299D0F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-6031283" y="4214694"/>
            <a:ext cx="9546473" cy="1046795"/>
          </a:xfrm>
          <a:prstGeom prst="rect">
            <a:avLst/>
          </a:prstGeom>
        </p:spPr>
      </p:pic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AABAECD3-A624-4C28-B43B-846FBCF9E1AE}"/>
              </a:ext>
            </a:extLst>
          </p:cNvPr>
          <p:cNvSpPr/>
          <p:nvPr/>
        </p:nvSpPr>
        <p:spPr>
          <a:xfrm rot="21039325">
            <a:off x="8780371" y="2026097"/>
            <a:ext cx="2806996" cy="2062716"/>
          </a:xfrm>
          <a:custGeom>
            <a:avLst/>
            <a:gdLst>
              <a:gd name="csX0" fmla="*/ 0 w 2806996"/>
              <a:gd name="csY0" fmla="*/ 2062716 h 2062716"/>
              <a:gd name="csX1" fmla="*/ 1254642 w 2806996"/>
              <a:gd name="csY1" fmla="*/ 489097 h 2062716"/>
              <a:gd name="csX2" fmla="*/ 2806996 w 2806996"/>
              <a:gd name="csY2" fmla="*/ 0 h 2062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806996" h="2062716">
                <a:moveTo>
                  <a:pt x="0" y="2062716"/>
                </a:moveTo>
                <a:cubicBezTo>
                  <a:pt x="393404" y="1447799"/>
                  <a:pt x="786809" y="832883"/>
                  <a:pt x="1254642" y="489097"/>
                </a:cubicBezTo>
                <a:cubicBezTo>
                  <a:pt x="1722475" y="145311"/>
                  <a:pt x="2264735" y="72655"/>
                  <a:pt x="2806996" y="0"/>
                </a:cubicBezTo>
              </a:path>
            </a:pathLst>
          </a:custGeom>
          <a:noFill/>
          <a:ln w="57150">
            <a:solidFill>
              <a:srgbClr val="5056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992AF57C-6AB9-4DF5-2117-8B439A6B769F}"/>
              </a:ext>
            </a:extLst>
          </p:cNvPr>
          <p:cNvSpPr/>
          <p:nvPr/>
        </p:nvSpPr>
        <p:spPr>
          <a:xfrm>
            <a:off x="6081258" y="6009081"/>
            <a:ext cx="2232838" cy="1850066"/>
          </a:xfrm>
          <a:custGeom>
            <a:avLst/>
            <a:gdLst>
              <a:gd name="csX0" fmla="*/ 2232838 w 2232838"/>
              <a:gd name="csY0" fmla="*/ 0 h 1850066"/>
              <a:gd name="csX1" fmla="*/ 1531089 w 2232838"/>
              <a:gd name="csY1" fmla="*/ 1339703 h 1850066"/>
              <a:gd name="csX2" fmla="*/ 0 w 2232838"/>
              <a:gd name="csY2" fmla="*/ 1850066 h 18500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232838" h="1850066">
                <a:moveTo>
                  <a:pt x="2232838" y="0"/>
                </a:moveTo>
                <a:cubicBezTo>
                  <a:pt x="2068033" y="515679"/>
                  <a:pt x="1903229" y="1031359"/>
                  <a:pt x="1531089" y="1339703"/>
                </a:cubicBezTo>
                <a:cubicBezTo>
                  <a:pt x="1158949" y="1648047"/>
                  <a:pt x="0" y="1850066"/>
                  <a:pt x="0" y="1850066"/>
                </a:cubicBezTo>
              </a:path>
            </a:pathLst>
          </a:custGeom>
          <a:noFill/>
          <a:ln w="57150">
            <a:solidFill>
              <a:srgbClr val="5056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0916718B-D78F-CAFD-05F8-202B6ECC70EF}"/>
              </a:ext>
            </a:extLst>
          </p:cNvPr>
          <p:cNvSpPr/>
          <p:nvPr/>
        </p:nvSpPr>
        <p:spPr>
          <a:xfrm>
            <a:off x="6324600" y="3467100"/>
            <a:ext cx="5428848" cy="2813570"/>
          </a:xfrm>
          <a:custGeom>
            <a:avLst/>
            <a:gdLst/>
            <a:ahLst/>
            <a:cxnLst/>
            <a:rect l="l" t="t" r="r" b="b"/>
            <a:pathLst>
              <a:path w="13632925" h="7600356">
                <a:moveTo>
                  <a:pt x="0" y="0"/>
                </a:moveTo>
                <a:lnTo>
                  <a:pt x="13632924" y="0"/>
                </a:lnTo>
                <a:lnTo>
                  <a:pt x="13632924" y="7600355"/>
                </a:lnTo>
                <a:lnTo>
                  <a:pt x="0" y="760035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AB5C0064-DDFC-6B3C-89D8-E3B50A7E4958}"/>
              </a:ext>
            </a:extLst>
          </p:cNvPr>
          <p:cNvSpPr/>
          <p:nvPr/>
        </p:nvSpPr>
        <p:spPr>
          <a:xfrm rot="1958843">
            <a:off x="6272394" y="3391286"/>
            <a:ext cx="1058785" cy="1136951"/>
          </a:xfrm>
          <a:custGeom>
            <a:avLst/>
            <a:gdLst/>
            <a:ahLst/>
            <a:cxnLst/>
            <a:rect l="l" t="t" r="r" b="b"/>
            <a:pathLst>
              <a:path w="1058785" h="1136951">
                <a:moveTo>
                  <a:pt x="0" y="0"/>
                </a:moveTo>
                <a:lnTo>
                  <a:pt x="1058785" y="0"/>
                </a:lnTo>
                <a:lnTo>
                  <a:pt x="1058785" y="1136951"/>
                </a:lnTo>
                <a:lnTo>
                  <a:pt x="0" y="11369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0A3988D-E805-72B5-4A3E-60137B422ACD}"/>
              </a:ext>
            </a:extLst>
          </p:cNvPr>
          <p:cNvSpPr txBox="1"/>
          <p:nvPr/>
        </p:nvSpPr>
        <p:spPr>
          <a:xfrm>
            <a:off x="6801787" y="3814761"/>
            <a:ext cx="4684425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vi-VN" sz="6000">
                <a:solidFill>
                  <a:srgbClr val="50564F"/>
                </a:solidFill>
                <a:latin typeface="iCiel Soup of Justice" pitchFamily="2" charset="0"/>
                <a:ea typeface="Genty"/>
                <a:cs typeface="Genty"/>
                <a:sym typeface="Genty"/>
              </a:rPr>
              <a:t>Các chức năng chính</a:t>
            </a:r>
            <a:endParaRPr lang="en-US" sz="6000">
              <a:solidFill>
                <a:srgbClr val="50564F"/>
              </a:solidFill>
              <a:latin typeface="iCiel Soup of Justice" pitchFamily="2" charset="0"/>
              <a:ea typeface="Genty"/>
              <a:cs typeface="Genty"/>
              <a:sym typeface="Genty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49863F32-A79E-8359-649E-B2A9689DA9E2}"/>
              </a:ext>
            </a:extLst>
          </p:cNvPr>
          <p:cNvSpPr/>
          <p:nvPr/>
        </p:nvSpPr>
        <p:spPr>
          <a:xfrm rot="299095">
            <a:off x="11050640" y="741424"/>
            <a:ext cx="4444503" cy="2229807"/>
          </a:xfrm>
          <a:custGeom>
            <a:avLst/>
            <a:gdLst>
              <a:gd name="csX0" fmla="*/ 2064405 w 4348049"/>
              <a:gd name="csY0" fmla="*/ 223872 h 2032927"/>
              <a:gd name="csX1" fmla="*/ 660907 w 4348049"/>
              <a:gd name="csY1" fmla="*/ 308933 h 2032927"/>
              <a:gd name="csX2" fmla="*/ 22953 w 4348049"/>
              <a:gd name="csY2" fmla="*/ 946886 h 2032927"/>
              <a:gd name="csX3" fmla="*/ 341930 w 4348049"/>
              <a:gd name="csY3" fmla="*/ 1988877 h 2032927"/>
              <a:gd name="csX4" fmla="*/ 2170730 w 4348049"/>
              <a:gd name="csY4" fmla="*/ 1797491 h 2032927"/>
              <a:gd name="csX5" fmla="*/ 4148386 w 4348049"/>
              <a:gd name="csY5" fmla="*/ 1414719 h 2032927"/>
              <a:gd name="csX6" fmla="*/ 4169651 w 4348049"/>
              <a:gd name="csY6" fmla="*/ 585379 h 2032927"/>
              <a:gd name="csX7" fmla="*/ 3170191 w 4348049"/>
              <a:gd name="csY7" fmla="*/ 11221 h 2032927"/>
              <a:gd name="csX8" fmla="*/ 2064405 w 4348049"/>
              <a:gd name="csY8" fmla="*/ 223872 h 20329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348049" h="2032927">
                <a:moveTo>
                  <a:pt x="2064405" y="223872"/>
                </a:moveTo>
                <a:cubicBezTo>
                  <a:pt x="1646191" y="273491"/>
                  <a:pt x="1001149" y="188431"/>
                  <a:pt x="660907" y="308933"/>
                </a:cubicBezTo>
                <a:cubicBezTo>
                  <a:pt x="320665" y="429435"/>
                  <a:pt x="76116" y="666895"/>
                  <a:pt x="22953" y="946886"/>
                </a:cubicBezTo>
                <a:cubicBezTo>
                  <a:pt x="-30210" y="1226877"/>
                  <a:pt x="-16033" y="1847109"/>
                  <a:pt x="341930" y="1988877"/>
                </a:cubicBezTo>
                <a:cubicBezTo>
                  <a:pt x="699893" y="2130645"/>
                  <a:pt x="1536321" y="1893184"/>
                  <a:pt x="2170730" y="1797491"/>
                </a:cubicBezTo>
                <a:cubicBezTo>
                  <a:pt x="2805139" y="1701798"/>
                  <a:pt x="3815233" y="1616738"/>
                  <a:pt x="4148386" y="1414719"/>
                </a:cubicBezTo>
                <a:cubicBezTo>
                  <a:pt x="4481539" y="1212700"/>
                  <a:pt x="4332684" y="819295"/>
                  <a:pt x="4169651" y="585379"/>
                </a:cubicBezTo>
                <a:cubicBezTo>
                  <a:pt x="4006618" y="351463"/>
                  <a:pt x="3517521" y="75016"/>
                  <a:pt x="3170191" y="11221"/>
                </a:cubicBezTo>
                <a:cubicBezTo>
                  <a:pt x="2822861" y="-52574"/>
                  <a:pt x="2482619" y="174253"/>
                  <a:pt x="2064405" y="223872"/>
                </a:cubicBezTo>
                <a:close/>
              </a:path>
            </a:pathLst>
          </a:custGeom>
          <a:solidFill>
            <a:srgbClr val="F4E8D3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F355CD1E-7064-65BD-F933-A80751B48839}"/>
              </a:ext>
            </a:extLst>
          </p:cNvPr>
          <p:cNvSpPr/>
          <p:nvPr/>
        </p:nvSpPr>
        <p:spPr>
          <a:xfrm>
            <a:off x="12028688" y="6009081"/>
            <a:ext cx="4255902" cy="2292220"/>
          </a:xfrm>
          <a:custGeom>
            <a:avLst/>
            <a:gdLst>
              <a:gd name="csX0" fmla="*/ 2067015 w 4255902"/>
              <a:gd name="csY0" fmla="*/ 88377 h 2292220"/>
              <a:gd name="csX1" fmla="*/ 2003219 w 4255902"/>
              <a:gd name="csY1" fmla="*/ 67112 h 2292220"/>
              <a:gd name="csX2" fmla="*/ 748577 w 4255902"/>
              <a:gd name="csY2" fmla="*/ 215968 h 2292220"/>
              <a:gd name="csX3" fmla="*/ 89359 w 4255902"/>
              <a:gd name="csY3" fmla="*/ 811391 h 2292220"/>
              <a:gd name="csX4" fmla="*/ 259480 w 4255902"/>
              <a:gd name="csY4" fmla="*/ 2023503 h 2292220"/>
              <a:gd name="csX5" fmla="*/ 2385991 w 4255902"/>
              <a:gd name="csY5" fmla="*/ 2257419 h 2292220"/>
              <a:gd name="csX6" fmla="*/ 4129731 w 4255902"/>
              <a:gd name="csY6" fmla="*/ 1491875 h 2292220"/>
              <a:gd name="csX7" fmla="*/ 3895815 w 4255902"/>
              <a:gd name="csY7" fmla="*/ 109642 h 2292220"/>
              <a:gd name="csX8" fmla="*/ 2067015 w 4255902"/>
              <a:gd name="csY8" fmla="*/ 88377 h 22922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255902" h="2292220">
                <a:moveTo>
                  <a:pt x="2067015" y="88377"/>
                </a:moveTo>
                <a:cubicBezTo>
                  <a:pt x="1751582" y="81289"/>
                  <a:pt x="2222959" y="45847"/>
                  <a:pt x="2003219" y="67112"/>
                </a:cubicBezTo>
                <a:cubicBezTo>
                  <a:pt x="1783479" y="88377"/>
                  <a:pt x="1067554" y="91922"/>
                  <a:pt x="748577" y="215968"/>
                </a:cubicBezTo>
                <a:cubicBezTo>
                  <a:pt x="429600" y="340014"/>
                  <a:pt x="170875" y="510135"/>
                  <a:pt x="89359" y="811391"/>
                </a:cubicBezTo>
                <a:cubicBezTo>
                  <a:pt x="7843" y="1112647"/>
                  <a:pt x="-123292" y="1782498"/>
                  <a:pt x="259480" y="2023503"/>
                </a:cubicBezTo>
                <a:cubicBezTo>
                  <a:pt x="642252" y="2264508"/>
                  <a:pt x="1740949" y="2346024"/>
                  <a:pt x="2385991" y="2257419"/>
                </a:cubicBezTo>
                <a:cubicBezTo>
                  <a:pt x="3031033" y="2168814"/>
                  <a:pt x="3878094" y="1849838"/>
                  <a:pt x="4129731" y="1491875"/>
                </a:cubicBezTo>
                <a:cubicBezTo>
                  <a:pt x="4381368" y="1133912"/>
                  <a:pt x="4232513" y="347103"/>
                  <a:pt x="3895815" y="109642"/>
                </a:cubicBezTo>
                <a:cubicBezTo>
                  <a:pt x="3559117" y="-127819"/>
                  <a:pt x="2382448" y="95465"/>
                  <a:pt x="2067015" y="88377"/>
                </a:cubicBezTo>
                <a:close/>
              </a:path>
            </a:pathLst>
          </a:custGeom>
          <a:solidFill>
            <a:srgbClr val="F4E8D3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825F5728-DBD1-4E3F-A746-89BAD015696F}"/>
              </a:ext>
            </a:extLst>
          </p:cNvPr>
          <p:cNvSpPr/>
          <p:nvPr/>
        </p:nvSpPr>
        <p:spPr>
          <a:xfrm>
            <a:off x="2003409" y="6827741"/>
            <a:ext cx="4786907" cy="2292220"/>
          </a:xfrm>
          <a:custGeom>
            <a:avLst/>
            <a:gdLst>
              <a:gd name="csX0" fmla="*/ 1961663 w 4308532"/>
              <a:gd name="csY0" fmla="*/ 47 h 2149519"/>
              <a:gd name="csX1" fmla="*/ 430574 w 4308532"/>
              <a:gd name="csY1" fmla="*/ 425350 h 2149519"/>
              <a:gd name="csX2" fmla="*/ 111598 w 4308532"/>
              <a:gd name="csY2" fmla="*/ 1467341 h 2149519"/>
              <a:gd name="csX3" fmla="*/ 2089253 w 4308532"/>
              <a:gd name="csY3" fmla="*/ 2147824 h 2149519"/>
              <a:gd name="csX4" fmla="*/ 4151970 w 4308532"/>
              <a:gd name="csY4" fmla="*/ 1275954 h 2149519"/>
              <a:gd name="csX5" fmla="*/ 3918053 w 4308532"/>
              <a:gd name="csY5" fmla="*/ 404085 h 2149519"/>
              <a:gd name="csX6" fmla="*/ 1961663 w 4308532"/>
              <a:gd name="csY6" fmla="*/ 47 h 21495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308532" h="2149519">
                <a:moveTo>
                  <a:pt x="1961663" y="47"/>
                </a:moveTo>
                <a:cubicBezTo>
                  <a:pt x="1380416" y="3591"/>
                  <a:pt x="738918" y="180801"/>
                  <a:pt x="430574" y="425350"/>
                </a:cubicBezTo>
                <a:cubicBezTo>
                  <a:pt x="122230" y="669899"/>
                  <a:pt x="-164848" y="1180262"/>
                  <a:pt x="111598" y="1467341"/>
                </a:cubicBezTo>
                <a:cubicBezTo>
                  <a:pt x="388044" y="1754420"/>
                  <a:pt x="1415858" y="2179722"/>
                  <a:pt x="2089253" y="2147824"/>
                </a:cubicBezTo>
                <a:cubicBezTo>
                  <a:pt x="2762648" y="2115926"/>
                  <a:pt x="3847170" y="1566577"/>
                  <a:pt x="4151970" y="1275954"/>
                </a:cubicBezTo>
                <a:cubicBezTo>
                  <a:pt x="4456770" y="985331"/>
                  <a:pt x="4283104" y="616736"/>
                  <a:pt x="3918053" y="404085"/>
                </a:cubicBezTo>
                <a:cubicBezTo>
                  <a:pt x="3553002" y="191434"/>
                  <a:pt x="2542910" y="-3497"/>
                  <a:pt x="1961663" y="47"/>
                </a:cubicBezTo>
                <a:close/>
              </a:path>
            </a:pathLst>
          </a:custGeom>
          <a:solidFill>
            <a:srgbClr val="F4E8D3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8">
            <a:extLst>
              <a:ext uri="{FF2B5EF4-FFF2-40B4-BE49-F238E27FC236}">
                <a16:creationId xmlns:a16="http://schemas.microsoft.com/office/drawing/2014/main" id="{7A1A9FCD-63E9-1743-C8B7-8D7F87E05742}"/>
              </a:ext>
            </a:extLst>
          </p:cNvPr>
          <p:cNvSpPr txBox="1"/>
          <p:nvPr/>
        </p:nvSpPr>
        <p:spPr>
          <a:xfrm>
            <a:off x="2386117" y="7166710"/>
            <a:ext cx="3806836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vi-VN" sz="4800">
                <a:solidFill>
                  <a:srgbClr val="50564F"/>
                </a:solidFill>
                <a:latin typeface="iCiel Soup of Justice" pitchFamily="2" charset="0"/>
                <a:ea typeface="Segoe UI Black" panose="020B0A02040204020203" pitchFamily="34" charset="0"/>
                <a:cs typeface="Genty"/>
                <a:sym typeface="Genty"/>
              </a:rPr>
              <a:t>hệ thống và bảo mật</a:t>
            </a:r>
            <a:endParaRPr lang="en-US" sz="4800">
              <a:solidFill>
                <a:srgbClr val="50564F"/>
              </a:solidFill>
              <a:latin typeface="iCiel Soup of Justice" pitchFamily="2" charset="0"/>
              <a:ea typeface="Segoe UI Black" panose="020B0A02040204020203" pitchFamily="34" charset="0"/>
              <a:cs typeface="Genty"/>
              <a:sym typeface="Genty"/>
            </a:endParaRPr>
          </a:p>
        </p:txBody>
      </p:sp>
      <p:sp>
        <p:nvSpPr>
          <p:cNvPr id="36" name="TextBox 8">
            <a:extLst>
              <a:ext uri="{FF2B5EF4-FFF2-40B4-BE49-F238E27FC236}">
                <a16:creationId xmlns:a16="http://schemas.microsoft.com/office/drawing/2014/main" id="{A76A9954-F040-740E-6CAB-8380292A8253}"/>
              </a:ext>
            </a:extLst>
          </p:cNvPr>
          <p:cNvSpPr txBox="1"/>
          <p:nvPr/>
        </p:nvSpPr>
        <p:spPr>
          <a:xfrm>
            <a:off x="11164718" y="979028"/>
            <a:ext cx="3806836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vi-VN" sz="4800">
                <a:solidFill>
                  <a:srgbClr val="50564F"/>
                </a:solidFill>
                <a:latin typeface="iCiel Soup of Justice" pitchFamily="2" charset="0"/>
                <a:ea typeface="Segoe UI Black" panose="020B0A02040204020203" pitchFamily="34" charset="0"/>
                <a:cs typeface="Genty"/>
                <a:sym typeface="Genty"/>
              </a:rPr>
              <a:t>dành cho quản lý</a:t>
            </a:r>
            <a:endParaRPr lang="en-US" sz="4800">
              <a:solidFill>
                <a:srgbClr val="50564F"/>
              </a:solidFill>
              <a:latin typeface="iCiel Soup of Justice" pitchFamily="2" charset="0"/>
              <a:ea typeface="Segoe UI Black" panose="020B0A02040204020203" pitchFamily="34" charset="0"/>
              <a:cs typeface="Genty"/>
              <a:sym typeface="Genty"/>
            </a:endParaRPr>
          </a:p>
        </p:txBody>
      </p:sp>
      <p:sp>
        <p:nvSpPr>
          <p:cNvPr id="39" name="TextBox 8">
            <a:extLst>
              <a:ext uri="{FF2B5EF4-FFF2-40B4-BE49-F238E27FC236}">
                <a16:creationId xmlns:a16="http://schemas.microsoft.com/office/drawing/2014/main" id="{BEF78457-D32D-99E6-E326-C6651035D129}"/>
              </a:ext>
            </a:extLst>
          </p:cNvPr>
          <p:cNvSpPr txBox="1"/>
          <p:nvPr/>
        </p:nvSpPr>
        <p:spPr>
          <a:xfrm>
            <a:off x="12265266" y="6309396"/>
            <a:ext cx="3806836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vi-VN" sz="4800">
                <a:solidFill>
                  <a:srgbClr val="50564F"/>
                </a:solidFill>
                <a:latin typeface="iCiel Soup of Justice" pitchFamily="2" charset="0"/>
                <a:ea typeface="Segoe UI Black" panose="020B0A02040204020203" pitchFamily="34" charset="0"/>
                <a:cs typeface="Genty"/>
                <a:sym typeface="Genty"/>
              </a:rPr>
              <a:t>dành cho nhân viên</a:t>
            </a:r>
            <a:endParaRPr lang="en-US" sz="4800">
              <a:solidFill>
                <a:srgbClr val="50564F"/>
              </a:solidFill>
              <a:latin typeface="iCiel Soup of Justice" pitchFamily="2" charset="0"/>
              <a:ea typeface="Segoe UI Black" panose="020B0A02040204020203" pitchFamily="34" charset="0"/>
              <a:cs typeface="Genty"/>
              <a:sym typeface="Genty"/>
            </a:endParaRPr>
          </a:p>
        </p:txBody>
      </p:sp>
      <p:sp>
        <p:nvSpPr>
          <p:cNvPr id="40" name="Freeform 9">
            <a:extLst>
              <a:ext uri="{FF2B5EF4-FFF2-40B4-BE49-F238E27FC236}">
                <a16:creationId xmlns:a16="http://schemas.microsoft.com/office/drawing/2014/main" id="{F8A6ACD3-1ECB-C8E0-6E5D-DA338A08B041}"/>
              </a:ext>
            </a:extLst>
          </p:cNvPr>
          <p:cNvSpPr/>
          <p:nvPr/>
        </p:nvSpPr>
        <p:spPr>
          <a:xfrm rot="20357717">
            <a:off x="7392082" y="-208990"/>
            <a:ext cx="437496" cy="469794"/>
          </a:xfrm>
          <a:custGeom>
            <a:avLst/>
            <a:gdLst/>
            <a:ahLst/>
            <a:cxnLst/>
            <a:rect l="l" t="t" r="r" b="b"/>
            <a:pathLst>
              <a:path w="642325" h="689745">
                <a:moveTo>
                  <a:pt x="0" y="0"/>
                </a:moveTo>
                <a:lnTo>
                  <a:pt x="642325" y="0"/>
                </a:lnTo>
                <a:lnTo>
                  <a:pt x="642325" y="689745"/>
                </a:lnTo>
                <a:lnTo>
                  <a:pt x="0" y="6897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2287741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BD7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5DE887-0F15-0007-1A9D-8FF4A1D5C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925B28FA-BE21-D8A5-E576-64FB9A527378}"/>
              </a:ext>
            </a:extLst>
          </p:cNvPr>
          <p:cNvSpPr/>
          <p:nvPr/>
        </p:nvSpPr>
        <p:spPr>
          <a:xfrm>
            <a:off x="3458873" y="3033727"/>
            <a:ext cx="11511315" cy="5070981"/>
          </a:xfrm>
          <a:custGeom>
            <a:avLst/>
            <a:gdLst>
              <a:gd name="csX0" fmla="*/ 13607541 w 13924380"/>
              <a:gd name="csY0" fmla="*/ 4703349 h 7884392"/>
              <a:gd name="csX1" fmla="*/ 13784522 w 13924380"/>
              <a:gd name="csY1" fmla="*/ 2255116 h 7884392"/>
              <a:gd name="csX2" fmla="*/ 11778741 w 13924380"/>
              <a:gd name="csY2" fmla="*/ 219839 h 7884392"/>
              <a:gd name="csX3" fmla="*/ 5318948 w 13924380"/>
              <a:gd name="csY3" fmla="*/ 72355 h 7884392"/>
              <a:gd name="csX4" fmla="*/ 1543361 w 13924380"/>
              <a:gd name="csY4" fmla="*/ 367323 h 7884392"/>
              <a:gd name="csX5" fmla="*/ 157012 w 13924380"/>
              <a:gd name="csY5" fmla="*/ 2196123 h 7884392"/>
              <a:gd name="csX6" fmla="*/ 392987 w 13924380"/>
              <a:gd name="csY6" fmla="*/ 6178187 h 7884392"/>
              <a:gd name="csX7" fmla="*/ 3372161 w 13924380"/>
              <a:gd name="csY7" fmla="*/ 7594033 h 7884392"/>
              <a:gd name="csX8" fmla="*/ 9094535 w 13924380"/>
              <a:gd name="csY8" fmla="*/ 7859504 h 7884392"/>
              <a:gd name="csX9" fmla="*/ 12427670 w 13924380"/>
              <a:gd name="csY9" fmla="*/ 7210575 h 7884392"/>
              <a:gd name="csX10" fmla="*/ 13607541 w 13924380"/>
              <a:gd name="csY10" fmla="*/ 4703349 h 78843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3924380" h="7884392">
                <a:moveTo>
                  <a:pt x="13607541" y="4703349"/>
                </a:moveTo>
                <a:cubicBezTo>
                  <a:pt x="13833683" y="3877439"/>
                  <a:pt x="14089322" y="3002368"/>
                  <a:pt x="13784522" y="2255116"/>
                </a:cubicBezTo>
                <a:cubicBezTo>
                  <a:pt x="13479722" y="1507864"/>
                  <a:pt x="13189670" y="583632"/>
                  <a:pt x="11778741" y="219839"/>
                </a:cubicBezTo>
                <a:cubicBezTo>
                  <a:pt x="10367812" y="-143954"/>
                  <a:pt x="7024845" y="47774"/>
                  <a:pt x="5318948" y="72355"/>
                </a:cubicBezTo>
                <a:cubicBezTo>
                  <a:pt x="3613051" y="96936"/>
                  <a:pt x="2403684" y="13362"/>
                  <a:pt x="1543361" y="367323"/>
                </a:cubicBezTo>
                <a:cubicBezTo>
                  <a:pt x="683038" y="721284"/>
                  <a:pt x="348741" y="1227646"/>
                  <a:pt x="157012" y="2196123"/>
                </a:cubicBezTo>
                <a:cubicBezTo>
                  <a:pt x="-34717" y="3164600"/>
                  <a:pt x="-142871" y="5278535"/>
                  <a:pt x="392987" y="6178187"/>
                </a:cubicBezTo>
                <a:cubicBezTo>
                  <a:pt x="928845" y="7077839"/>
                  <a:pt x="1921903" y="7313813"/>
                  <a:pt x="3372161" y="7594033"/>
                </a:cubicBezTo>
                <a:cubicBezTo>
                  <a:pt x="4822419" y="7874253"/>
                  <a:pt x="7585284" y="7923414"/>
                  <a:pt x="9094535" y="7859504"/>
                </a:cubicBezTo>
                <a:cubicBezTo>
                  <a:pt x="10603786" y="7795594"/>
                  <a:pt x="11670586" y="7731685"/>
                  <a:pt x="12427670" y="7210575"/>
                </a:cubicBezTo>
                <a:cubicBezTo>
                  <a:pt x="13184754" y="6689465"/>
                  <a:pt x="13381399" y="5529259"/>
                  <a:pt x="13607541" y="4703349"/>
                </a:cubicBezTo>
                <a:close/>
              </a:path>
            </a:pathLst>
          </a:custGeom>
          <a:solidFill>
            <a:srgbClr val="F9F6F0"/>
          </a:solidFill>
          <a:ln w="76200">
            <a:solidFill>
              <a:srgbClr val="BE8D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17B113C3-4406-3DAA-0CE7-C619EAF0DBE9}"/>
              </a:ext>
            </a:extLst>
          </p:cNvPr>
          <p:cNvSpPr/>
          <p:nvPr/>
        </p:nvSpPr>
        <p:spPr>
          <a:xfrm>
            <a:off x="21488400" y="3887212"/>
            <a:ext cx="3296093" cy="2169042"/>
          </a:xfrm>
          <a:custGeom>
            <a:avLst/>
            <a:gdLst>
              <a:gd name="csX0" fmla="*/ 0 w 3296093"/>
              <a:gd name="csY0" fmla="*/ 0 h 2169042"/>
              <a:gd name="csX1" fmla="*/ 1339702 w 3296093"/>
              <a:gd name="csY1" fmla="*/ 1637414 h 2169042"/>
              <a:gd name="csX2" fmla="*/ 3296093 w 3296093"/>
              <a:gd name="csY2" fmla="*/ 2169042 h 21690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296093" h="2169042">
                <a:moveTo>
                  <a:pt x="0" y="0"/>
                </a:moveTo>
                <a:cubicBezTo>
                  <a:pt x="395176" y="637953"/>
                  <a:pt x="790353" y="1275907"/>
                  <a:pt x="1339702" y="1637414"/>
                </a:cubicBezTo>
                <a:cubicBezTo>
                  <a:pt x="1889051" y="1998921"/>
                  <a:pt x="2592572" y="2083981"/>
                  <a:pt x="3296093" y="2169042"/>
                </a:cubicBezTo>
              </a:path>
            </a:pathLst>
          </a:custGeom>
          <a:noFill/>
          <a:ln w="57150">
            <a:solidFill>
              <a:srgbClr val="5056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0068AE37-E227-FE4B-C466-8186DFA0A30B}"/>
              </a:ext>
            </a:extLst>
          </p:cNvPr>
          <p:cNvSpPr/>
          <p:nvPr/>
        </p:nvSpPr>
        <p:spPr>
          <a:xfrm rot="-1567435">
            <a:off x="1731507" y="5745213"/>
            <a:ext cx="4031863" cy="4266522"/>
          </a:xfrm>
          <a:custGeom>
            <a:avLst/>
            <a:gdLst/>
            <a:ahLst/>
            <a:cxnLst/>
            <a:rect l="l" t="t" r="r" b="b"/>
            <a:pathLst>
              <a:path w="3319486" h="3512683">
                <a:moveTo>
                  <a:pt x="0" y="0"/>
                </a:moveTo>
                <a:lnTo>
                  <a:pt x="3319486" y="0"/>
                </a:lnTo>
                <a:lnTo>
                  <a:pt x="3319486" y="3512683"/>
                </a:lnTo>
                <a:lnTo>
                  <a:pt x="0" y="35126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7B8F3A30-83F0-C7EA-E341-FE842197D81B}"/>
              </a:ext>
            </a:extLst>
          </p:cNvPr>
          <p:cNvSpPr/>
          <p:nvPr/>
        </p:nvSpPr>
        <p:spPr>
          <a:xfrm rot="-10800000" flipH="1">
            <a:off x="-1798650" y="-1110146"/>
            <a:ext cx="7900676" cy="4929076"/>
          </a:xfrm>
          <a:custGeom>
            <a:avLst/>
            <a:gdLst/>
            <a:ahLst/>
            <a:cxnLst/>
            <a:rect l="l" t="t" r="r" b="b"/>
            <a:pathLst>
              <a:path w="5636712" h="4114800">
                <a:moveTo>
                  <a:pt x="5636712" y="0"/>
                </a:moveTo>
                <a:lnTo>
                  <a:pt x="0" y="0"/>
                </a:lnTo>
                <a:lnTo>
                  <a:pt x="0" y="4114800"/>
                </a:lnTo>
                <a:lnTo>
                  <a:pt x="5636712" y="4114800"/>
                </a:lnTo>
                <a:lnTo>
                  <a:pt x="563671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21C4FDD6-1668-D078-3577-E51EA8332268}"/>
              </a:ext>
            </a:extLst>
          </p:cNvPr>
          <p:cNvSpPr/>
          <p:nvPr/>
        </p:nvSpPr>
        <p:spPr>
          <a:xfrm rot="-1242283">
            <a:off x="24381512" y="3239573"/>
            <a:ext cx="556410" cy="597487"/>
          </a:xfrm>
          <a:custGeom>
            <a:avLst/>
            <a:gdLst/>
            <a:ahLst/>
            <a:cxnLst/>
            <a:rect l="l" t="t" r="r" b="b"/>
            <a:pathLst>
              <a:path w="642325" h="689745">
                <a:moveTo>
                  <a:pt x="0" y="0"/>
                </a:moveTo>
                <a:lnTo>
                  <a:pt x="642325" y="0"/>
                </a:lnTo>
                <a:lnTo>
                  <a:pt x="642325" y="689745"/>
                </a:lnTo>
                <a:lnTo>
                  <a:pt x="0" y="6897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C7BE56A7-8DCB-CA56-55CB-D9B515DC6959}"/>
              </a:ext>
            </a:extLst>
          </p:cNvPr>
          <p:cNvSpPr/>
          <p:nvPr/>
        </p:nvSpPr>
        <p:spPr>
          <a:xfrm rot="-1242283">
            <a:off x="618598" y="9272607"/>
            <a:ext cx="642325" cy="689745"/>
          </a:xfrm>
          <a:custGeom>
            <a:avLst/>
            <a:gdLst/>
            <a:ahLst/>
            <a:cxnLst/>
            <a:rect l="l" t="t" r="r" b="b"/>
            <a:pathLst>
              <a:path w="642325" h="689745">
                <a:moveTo>
                  <a:pt x="0" y="0"/>
                </a:moveTo>
                <a:lnTo>
                  <a:pt x="642326" y="0"/>
                </a:lnTo>
                <a:lnTo>
                  <a:pt x="642326" y="689746"/>
                </a:lnTo>
                <a:lnTo>
                  <a:pt x="0" y="6897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A6290335-36D3-D955-9EA5-AB4DE034649C}"/>
              </a:ext>
            </a:extLst>
          </p:cNvPr>
          <p:cNvSpPr/>
          <p:nvPr/>
        </p:nvSpPr>
        <p:spPr>
          <a:xfrm rot="1958843">
            <a:off x="2825141" y="2021128"/>
            <a:ext cx="1058785" cy="1136951"/>
          </a:xfrm>
          <a:custGeom>
            <a:avLst/>
            <a:gdLst/>
            <a:ahLst/>
            <a:cxnLst/>
            <a:rect l="l" t="t" r="r" b="b"/>
            <a:pathLst>
              <a:path w="1058785" h="1136951">
                <a:moveTo>
                  <a:pt x="0" y="0"/>
                </a:moveTo>
                <a:lnTo>
                  <a:pt x="1058786" y="0"/>
                </a:lnTo>
                <a:lnTo>
                  <a:pt x="1058786" y="1136951"/>
                </a:lnTo>
                <a:lnTo>
                  <a:pt x="0" y="113695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65254F6-E51A-A1F9-9219-519B528D0C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-6031283" y="4214694"/>
            <a:ext cx="9546473" cy="1046795"/>
          </a:xfrm>
          <a:prstGeom prst="rect">
            <a:avLst/>
          </a:prstGeom>
        </p:spPr>
      </p:pic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F541046-CB40-2677-58D6-EA8786D6C77A}"/>
              </a:ext>
            </a:extLst>
          </p:cNvPr>
          <p:cNvSpPr/>
          <p:nvPr/>
        </p:nvSpPr>
        <p:spPr>
          <a:xfrm rot="21039325">
            <a:off x="20954650" y="1022332"/>
            <a:ext cx="2806996" cy="2062716"/>
          </a:xfrm>
          <a:custGeom>
            <a:avLst/>
            <a:gdLst>
              <a:gd name="csX0" fmla="*/ 0 w 2806996"/>
              <a:gd name="csY0" fmla="*/ 2062716 h 2062716"/>
              <a:gd name="csX1" fmla="*/ 1254642 w 2806996"/>
              <a:gd name="csY1" fmla="*/ 489097 h 2062716"/>
              <a:gd name="csX2" fmla="*/ 2806996 w 2806996"/>
              <a:gd name="csY2" fmla="*/ 0 h 2062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806996" h="2062716">
                <a:moveTo>
                  <a:pt x="0" y="2062716"/>
                </a:moveTo>
                <a:cubicBezTo>
                  <a:pt x="393404" y="1447799"/>
                  <a:pt x="786809" y="832883"/>
                  <a:pt x="1254642" y="489097"/>
                </a:cubicBezTo>
                <a:cubicBezTo>
                  <a:pt x="1722475" y="145311"/>
                  <a:pt x="2264735" y="72655"/>
                  <a:pt x="2806996" y="0"/>
                </a:cubicBezTo>
              </a:path>
            </a:pathLst>
          </a:custGeom>
          <a:noFill/>
          <a:ln w="57150">
            <a:solidFill>
              <a:srgbClr val="5056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001F6248-C284-CF18-F86F-A8FFA4C9D706}"/>
              </a:ext>
            </a:extLst>
          </p:cNvPr>
          <p:cNvSpPr/>
          <p:nvPr/>
        </p:nvSpPr>
        <p:spPr>
          <a:xfrm>
            <a:off x="17609653" y="4194229"/>
            <a:ext cx="2232838" cy="1850066"/>
          </a:xfrm>
          <a:custGeom>
            <a:avLst/>
            <a:gdLst>
              <a:gd name="csX0" fmla="*/ 2232838 w 2232838"/>
              <a:gd name="csY0" fmla="*/ 0 h 1850066"/>
              <a:gd name="csX1" fmla="*/ 1531089 w 2232838"/>
              <a:gd name="csY1" fmla="*/ 1339703 h 1850066"/>
              <a:gd name="csX2" fmla="*/ 0 w 2232838"/>
              <a:gd name="csY2" fmla="*/ 1850066 h 18500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232838" h="1850066">
                <a:moveTo>
                  <a:pt x="2232838" y="0"/>
                </a:moveTo>
                <a:cubicBezTo>
                  <a:pt x="2068033" y="515679"/>
                  <a:pt x="1903229" y="1031359"/>
                  <a:pt x="1531089" y="1339703"/>
                </a:cubicBezTo>
                <a:cubicBezTo>
                  <a:pt x="1158949" y="1648047"/>
                  <a:pt x="0" y="1850066"/>
                  <a:pt x="0" y="1850066"/>
                </a:cubicBezTo>
              </a:path>
            </a:pathLst>
          </a:custGeom>
          <a:noFill/>
          <a:ln w="57150">
            <a:solidFill>
              <a:srgbClr val="5056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48489855-3BC6-7BDB-15DA-63FE2027C23F}"/>
              </a:ext>
            </a:extLst>
          </p:cNvPr>
          <p:cNvSpPr/>
          <p:nvPr/>
        </p:nvSpPr>
        <p:spPr>
          <a:xfrm>
            <a:off x="18498879" y="2463335"/>
            <a:ext cx="5428848" cy="2813570"/>
          </a:xfrm>
          <a:custGeom>
            <a:avLst/>
            <a:gdLst/>
            <a:ahLst/>
            <a:cxnLst/>
            <a:rect l="l" t="t" r="r" b="b"/>
            <a:pathLst>
              <a:path w="13632925" h="7600356">
                <a:moveTo>
                  <a:pt x="0" y="0"/>
                </a:moveTo>
                <a:lnTo>
                  <a:pt x="13632924" y="0"/>
                </a:lnTo>
                <a:lnTo>
                  <a:pt x="13632924" y="7600355"/>
                </a:lnTo>
                <a:lnTo>
                  <a:pt x="0" y="76003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68446E22-34ED-8F28-6B54-6F8D65E0F3D3}"/>
              </a:ext>
            </a:extLst>
          </p:cNvPr>
          <p:cNvSpPr/>
          <p:nvPr/>
        </p:nvSpPr>
        <p:spPr>
          <a:xfrm rot="1958843">
            <a:off x="16886308" y="909701"/>
            <a:ext cx="1058785" cy="1136951"/>
          </a:xfrm>
          <a:custGeom>
            <a:avLst/>
            <a:gdLst/>
            <a:ahLst/>
            <a:cxnLst/>
            <a:rect l="l" t="t" r="r" b="b"/>
            <a:pathLst>
              <a:path w="1058785" h="1136951">
                <a:moveTo>
                  <a:pt x="0" y="0"/>
                </a:moveTo>
                <a:lnTo>
                  <a:pt x="1058785" y="0"/>
                </a:lnTo>
                <a:lnTo>
                  <a:pt x="1058785" y="1136951"/>
                </a:lnTo>
                <a:lnTo>
                  <a:pt x="0" y="113695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E2FC443-4478-F904-0B44-84F101EA966D}"/>
              </a:ext>
            </a:extLst>
          </p:cNvPr>
          <p:cNvSpPr txBox="1"/>
          <p:nvPr/>
        </p:nvSpPr>
        <p:spPr>
          <a:xfrm>
            <a:off x="18976066" y="2810996"/>
            <a:ext cx="4684425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vi-VN" sz="6000">
                <a:solidFill>
                  <a:srgbClr val="50564F"/>
                </a:solidFill>
                <a:latin typeface="iCiel Soup of Justice" pitchFamily="2" charset="0"/>
                <a:ea typeface="Genty"/>
                <a:cs typeface="Genty"/>
                <a:sym typeface="Genty"/>
              </a:rPr>
              <a:t>Các chức năng chính</a:t>
            </a:r>
            <a:endParaRPr lang="en-US" sz="6000">
              <a:solidFill>
                <a:srgbClr val="50564F"/>
              </a:solidFill>
              <a:latin typeface="iCiel Soup of Justice" pitchFamily="2" charset="0"/>
              <a:ea typeface="Genty"/>
              <a:cs typeface="Genty"/>
              <a:sym typeface="Genty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35A5961E-BC35-A8DF-02A5-1E2926CE59D4}"/>
              </a:ext>
            </a:extLst>
          </p:cNvPr>
          <p:cNvSpPr/>
          <p:nvPr/>
        </p:nvSpPr>
        <p:spPr>
          <a:xfrm rot="299095">
            <a:off x="23224919" y="-262341"/>
            <a:ext cx="4444503" cy="2229807"/>
          </a:xfrm>
          <a:custGeom>
            <a:avLst/>
            <a:gdLst>
              <a:gd name="csX0" fmla="*/ 2064405 w 4348049"/>
              <a:gd name="csY0" fmla="*/ 223872 h 2032927"/>
              <a:gd name="csX1" fmla="*/ 660907 w 4348049"/>
              <a:gd name="csY1" fmla="*/ 308933 h 2032927"/>
              <a:gd name="csX2" fmla="*/ 22953 w 4348049"/>
              <a:gd name="csY2" fmla="*/ 946886 h 2032927"/>
              <a:gd name="csX3" fmla="*/ 341930 w 4348049"/>
              <a:gd name="csY3" fmla="*/ 1988877 h 2032927"/>
              <a:gd name="csX4" fmla="*/ 2170730 w 4348049"/>
              <a:gd name="csY4" fmla="*/ 1797491 h 2032927"/>
              <a:gd name="csX5" fmla="*/ 4148386 w 4348049"/>
              <a:gd name="csY5" fmla="*/ 1414719 h 2032927"/>
              <a:gd name="csX6" fmla="*/ 4169651 w 4348049"/>
              <a:gd name="csY6" fmla="*/ 585379 h 2032927"/>
              <a:gd name="csX7" fmla="*/ 3170191 w 4348049"/>
              <a:gd name="csY7" fmla="*/ 11221 h 2032927"/>
              <a:gd name="csX8" fmla="*/ 2064405 w 4348049"/>
              <a:gd name="csY8" fmla="*/ 223872 h 20329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348049" h="2032927">
                <a:moveTo>
                  <a:pt x="2064405" y="223872"/>
                </a:moveTo>
                <a:cubicBezTo>
                  <a:pt x="1646191" y="273491"/>
                  <a:pt x="1001149" y="188431"/>
                  <a:pt x="660907" y="308933"/>
                </a:cubicBezTo>
                <a:cubicBezTo>
                  <a:pt x="320665" y="429435"/>
                  <a:pt x="76116" y="666895"/>
                  <a:pt x="22953" y="946886"/>
                </a:cubicBezTo>
                <a:cubicBezTo>
                  <a:pt x="-30210" y="1226877"/>
                  <a:pt x="-16033" y="1847109"/>
                  <a:pt x="341930" y="1988877"/>
                </a:cubicBezTo>
                <a:cubicBezTo>
                  <a:pt x="699893" y="2130645"/>
                  <a:pt x="1536321" y="1893184"/>
                  <a:pt x="2170730" y="1797491"/>
                </a:cubicBezTo>
                <a:cubicBezTo>
                  <a:pt x="2805139" y="1701798"/>
                  <a:pt x="3815233" y="1616738"/>
                  <a:pt x="4148386" y="1414719"/>
                </a:cubicBezTo>
                <a:cubicBezTo>
                  <a:pt x="4481539" y="1212700"/>
                  <a:pt x="4332684" y="819295"/>
                  <a:pt x="4169651" y="585379"/>
                </a:cubicBezTo>
                <a:cubicBezTo>
                  <a:pt x="4006618" y="351463"/>
                  <a:pt x="3517521" y="75016"/>
                  <a:pt x="3170191" y="11221"/>
                </a:cubicBezTo>
                <a:cubicBezTo>
                  <a:pt x="2822861" y="-52574"/>
                  <a:pt x="2482619" y="174253"/>
                  <a:pt x="2064405" y="223872"/>
                </a:cubicBezTo>
                <a:close/>
              </a:path>
            </a:pathLst>
          </a:custGeom>
          <a:solidFill>
            <a:srgbClr val="F4E8D3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F1CBC2D1-A5AE-04F9-4968-816D85521F5F}"/>
              </a:ext>
            </a:extLst>
          </p:cNvPr>
          <p:cNvSpPr/>
          <p:nvPr/>
        </p:nvSpPr>
        <p:spPr>
          <a:xfrm>
            <a:off x="24202967" y="5005316"/>
            <a:ext cx="4255902" cy="2292220"/>
          </a:xfrm>
          <a:custGeom>
            <a:avLst/>
            <a:gdLst>
              <a:gd name="csX0" fmla="*/ 2067015 w 4255902"/>
              <a:gd name="csY0" fmla="*/ 88377 h 2292220"/>
              <a:gd name="csX1" fmla="*/ 2003219 w 4255902"/>
              <a:gd name="csY1" fmla="*/ 67112 h 2292220"/>
              <a:gd name="csX2" fmla="*/ 748577 w 4255902"/>
              <a:gd name="csY2" fmla="*/ 215968 h 2292220"/>
              <a:gd name="csX3" fmla="*/ 89359 w 4255902"/>
              <a:gd name="csY3" fmla="*/ 811391 h 2292220"/>
              <a:gd name="csX4" fmla="*/ 259480 w 4255902"/>
              <a:gd name="csY4" fmla="*/ 2023503 h 2292220"/>
              <a:gd name="csX5" fmla="*/ 2385991 w 4255902"/>
              <a:gd name="csY5" fmla="*/ 2257419 h 2292220"/>
              <a:gd name="csX6" fmla="*/ 4129731 w 4255902"/>
              <a:gd name="csY6" fmla="*/ 1491875 h 2292220"/>
              <a:gd name="csX7" fmla="*/ 3895815 w 4255902"/>
              <a:gd name="csY7" fmla="*/ 109642 h 2292220"/>
              <a:gd name="csX8" fmla="*/ 2067015 w 4255902"/>
              <a:gd name="csY8" fmla="*/ 88377 h 22922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255902" h="2292220">
                <a:moveTo>
                  <a:pt x="2067015" y="88377"/>
                </a:moveTo>
                <a:cubicBezTo>
                  <a:pt x="1751582" y="81289"/>
                  <a:pt x="2222959" y="45847"/>
                  <a:pt x="2003219" y="67112"/>
                </a:cubicBezTo>
                <a:cubicBezTo>
                  <a:pt x="1783479" y="88377"/>
                  <a:pt x="1067554" y="91922"/>
                  <a:pt x="748577" y="215968"/>
                </a:cubicBezTo>
                <a:cubicBezTo>
                  <a:pt x="429600" y="340014"/>
                  <a:pt x="170875" y="510135"/>
                  <a:pt x="89359" y="811391"/>
                </a:cubicBezTo>
                <a:cubicBezTo>
                  <a:pt x="7843" y="1112647"/>
                  <a:pt x="-123292" y="1782498"/>
                  <a:pt x="259480" y="2023503"/>
                </a:cubicBezTo>
                <a:cubicBezTo>
                  <a:pt x="642252" y="2264508"/>
                  <a:pt x="1740949" y="2346024"/>
                  <a:pt x="2385991" y="2257419"/>
                </a:cubicBezTo>
                <a:cubicBezTo>
                  <a:pt x="3031033" y="2168814"/>
                  <a:pt x="3878094" y="1849838"/>
                  <a:pt x="4129731" y="1491875"/>
                </a:cubicBezTo>
                <a:cubicBezTo>
                  <a:pt x="4381368" y="1133912"/>
                  <a:pt x="4232513" y="347103"/>
                  <a:pt x="3895815" y="109642"/>
                </a:cubicBezTo>
                <a:cubicBezTo>
                  <a:pt x="3559117" y="-127819"/>
                  <a:pt x="2382448" y="95465"/>
                  <a:pt x="2067015" y="88377"/>
                </a:cubicBezTo>
                <a:close/>
              </a:path>
            </a:pathLst>
          </a:custGeom>
          <a:solidFill>
            <a:srgbClr val="F4E8D3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43B7CAB9-DF62-9266-2AF7-927AA01F32A0}"/>
              </a:ext>
            </a:extLst>
          </p:cNvPr>
          <p:cNvSpPr/>
          <p:nvPr/>
        </p:nvSpPr>
        <p:spPr>
          <a:xfrm>
            <a:off x="11801099" y="4657655"/>
            <a:ext cx="6015180" cy="2880381"/>
          </a:xfrm>
          <a:custGeom>
            <a:avLst/>
            <a:gdLst>
              <a:gd name="csX0" fmla="*/ 1961663 w 4308532"/>
              <a:gd name="csY0" fmla="*/ 47 h 2149519"/>
              <a:gd name="csX1" fmla="*/ 430574 w 4308532"/>
              <a:gd name="csY1" fmla="*/ 425350 h 2149519"/>
              <a:gd name="csX2" fmla="*/ 111598 w 4308532"/>
              <a:gd name="csY2" fmla="*/ 1467341 h 2149519"/>
              <a:gd name="csX3" fmla="*/ 2089253 w 4308532"/>
              <a:gd name="csY3" fmla="*/ 2147824 h 2149519"/>
              <a:gd name="csX4" fmla="*/ 4151970 w 4308532"/>
              <a:gd name="csY4" fmla="*/ 1275954 h 2149519"/>
              <a:gd name="csX5" fmla="*/ 3918053 w 4308532"/>
              <a:gd name="csY5" fmla="*/ 404085 h 2149519"/>
              <a:gd name="csX6" fmla="*/ 1961663 w 4308532"/>
              <a:gd name="csY6" fmla="*/ 47 h 21495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308532" h="2149519">
                <a:moveTo>
                  <a:pt x="1961663" y="47"/>
                </a:moveTo>
                <a:cubicBezTo>
                  <a:pt x="1380416" y="3591"/>
                  <a:pt x="738918" y="180801"/>
                  <a:pt x="430574" y="425350"/>
                </a:cubicBezTo>
                <a:cubicBezTo>
                  <a:pt x="122230" y="669899"/>
                  <a:pt x="-164848" y="1180262"/>
                  <a:pt x="111598" y="1467341"/>
                </a:cubicBezTo>
                <a:cubicBezTo>
                  <a:pt x="388044" y="1754420"/>
                  <a:pt x="1415858" y="2179722"/>
                  <a:pt x="2089253" y="2147824"/>
                </a:cubicBezTo>
                <a:cubicBezTo>
                  <a:pt x="2762648" y="2115926"/>
                  <a:pt x="3847170" y="1566577"/>
                  <a:pt x="4151970" y="1275954"/>
                </a:cubicBezTo>
                <a:cubicBezTo>
                  <a:pt x="4456770" y="985331"/>
                  <a:pt x="4283104" y="616736"/>
                  <a:pt x="3918053" y="404085"/>
                </a:cubicBezTo>
                <a:cubicBezTo>
                  <a:pt x="3553002" y="191434"/>
                  <a:pt x="2542910" y="-3497"/>
                  <a:pt x="1961663" y="47"/>
                </a:cubicBezTo>
                <a:close/>
              </a:path>
            </a:pathLst>
          </a:custGeom>
          <a:solidFill>
            <a:srgbClr val="F4E8D3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8">
            <a:extLst>
              <a:ext uri="{FF2B5EF4-FFF2-40B4-BE49-F238E27FC236}">
                <a16:creationId xmlns:a16="http://schemas.microsoft.com/office/drawing/2014/main" id="{A862A90C-7CC0-344D-A45F-26FF93E78719}"/>
              </a:ext>
            </a:extLst>
          </p:cNvPr>
          <p:cNvSpPr txBox="1"/>
          <p:nvPr/>
        </p:nvSpPr>
        <p:spPr>
          <a:xfrm>
            <a:off x="12586735" y="5174515"/>
            <a:ext cx="4382865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vi-VN" sz="6000">
                <a:solidFill>
                  <a:srgbClr val="50564F"/>
                </a:solidFill>
                <a:latin typeface="iCiel Soup of Justice" pitchFamily="2" charset="0"/>
                <a:ea typeface="Segoe UI Black" panose="020B0A02040204020203" pitchFamily="34" charset="0"/>
                <a:cs typeface="Genty"/>
                <a:sym typeface="Genty"/>
              </a:rPr>
              <a:t>hệ thống và bảo mật</a:t>
            </a:r>
            <a:endParaRPr lang="en-US" sz="6000">
              <a:solidFill>
                <a:srgbClr val="50564F"/>
              </a:solidFill>
              <a:latin typeface="iCiel Soup of Justice" pitchFamily="2" charset="0"/>
              <a:ea typeface="Segoe UI Black" panose="020B0A02040204020203" pitchFamily="34" charset="0"/>
              <a:cs typeface="Genty"/>
              <a:sym typeface="Genty"/>
            </a:endParaRPr>
          </a:p>
        </p:txBody>
      </p:sp>
      <p:sp>
        <p:nvSpPr>
          <p:cNvPr id="36" name="TextBox 8">
            <a:extLst>
              <a:ext uri="{FF2B5EF4-FFF2-40B4-BE49-F238E27FC236}">
                <a16:creationId xmlns:a16="http://schemas.microsoft.com/office/drawing/2014/main" id="{BCD05B92-B1AB-3982-AFF8-6869F45394F9}"/>
              </a:ext>
            </a:extLst>
          </p:cNvPr>
          <p:cNvSpPr txBox="1"/>
          <p:nvPr/>
        </p:nvSpPr>
        <p:spPr>
          <a:xfrm>
            <a:off x="23338997" y="-24737"/>
            <a:ext cx="3806836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vi-VN" sz="4800">
                <a:solidFill>
                  <a:srgbClr val="50564F"/>
                </a:solidFill>
                <a:latin typeface="iCiel Soup of Justice" pitchFamily="2" charset="0"/>
                <a:ea typeface="Segoe UI Black" panose="020B0A02040204020203" pitchFamily="34" charset="0"/>
                <a:cs typeface="Genty"/>
                <a:sym typeface="Genty"/>
              </a:rPr>
              <a:t>dành cho quản lý</a:t>
            </a:r>
            <a:endParaRPr lang="en-US" sz="4800">
              <a:solidFill>
                <a:srgbClr val="50564F"/>
              </a:solidFill>
              <a:latin typeface="iCiel Soup of Justice" pitchFamily="2" charset="0"/>
              <a:ea typeface="Segoe UI Black" panose="020B0A02040204020203" pitchFamily="34" charset="0"/>
              <a:cs typeface="Genty"/>
              <a:sym typeface="Genty"/>
            </a:endParaRPr>
          </a:p>
        </p:txBody>
      </p:sp>
      <p:sp>
        <p:nvSpPr>
          <p:cNvPr id="39" name="TextBox 8">
            <a:extLst>
              <a:ext uri="{FF2B5EF4-FFF2-40B4-BE49-F238E27FC236}">
                <a16:creationId xmlns:a16="http://schemas.microsoft.com/office/drawing/2014/main" id="{9D1EA04F-050C-57C8-A6AC-6D0D352AE68E}"/>
              </a:ext>
            </a:extLst>
          </p:cNvPr>
          <p:cNvSpPr txBox="1"/>
          <p:nvPr/>
        </p:nvSpPr>
        <p:spPr>
          <a:xfrm>
            <a:off x="24439545" y="5305631"/>
            <a:ext cx="3806836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vi-VN" sz="4800">
                <a:solidFill>
                  <a:srgbClr val="50564F"/>
                </a:solidFill>
                <a:latin typeface="iCiel Soup of Justice" pitchFamily="2" charset="0"/>
                <a:ea typeface="Segoe UI Black" panose="020B0A02040204020203" pitchFamily="34" charset="0"/>
                <a:cs typeface="Genty"/>
                <a:sym typeface="Genty"/>
              </a:rPr>
              <a:t>dành cho nhân viên</a:t>
            </a:r>
            <a:endParaRPr lang="en-US" sz="4800">
              <a:solidFill>
                <a:srgbClr val="50564F"/>
              </a:solidFill>
              <a:latin typeface="iCiel Soup of Justice" pitchFamily="2" charset="0"/>
              <a:ea typeface="Segoe UI Black" panose="020B0A02040204020203" pitchFamily="34" charset="0"/>
              <a:cs typeface="Genty"/>
              <a:sym typeface="Genty"/>
            </a:endParaRPr>
          </a:p>
        </p:txBody>
      </p:sp>
      <p:sp>
        <p:nvSpPr>
          <p:cNvPr id="40" name="Freeform 9">
            <a:extLst>
              <a:ext uri="{FF2B5EF4-FFF2-40B4-BE49-F238E27FC236}">
                <a16:creationId xmlns:a16="http://schemas.microsoft.com/office/drawing/2014/main" id="{267914BB-3E47-9824-14DF-374A16AE563D}"/>
              </a:ext>
            </a:extLst>
          </p:cNvPr>
          <p:cNvSpPr/>
          <p:nvPr/>
        </p:nvSpPr>
        <p:spPr>
          <a:xfrm rot="20357717">
            <a:off x="11257364" y="-270041"/>
            <a:ext cx="437496" cy="469794"/>
          </a:xfrm>
          <a:custGeom>
            <a:avLst/>
            <a:gdLst/>
            <a:ahLst/>
            <a:cxnLst/>
            <a:rect l="l" t="t" r="r" b="b"/>
            <a:pathLst>
              <a:path w="642325" h="689745">
                <a:moveTo>
                  <a:pt x="0" y="0"/>
                </a:moveTo>
                <a:lnTo>
                  <a:pt x="642325" y="0"/>
                </a:lnTo>
                <a:lnTo>
                  <a:pt x="642325" y="689745"/>
                </a:lnTo>
                <a:lnTo>
                  <a:pt x="0" y="6897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1CC790-03E9-DB97-BA56-3A641F3F5DBC}"/>
              </a:ext>
            </a:extLst>
          </p:cNvPr>
          <p:cNvSpPr txBox="1"/>
          <p:nvPr/>
        </p:nvSpPr>
        <p:spPr>
          <a:xfrm>
            <a:off x="4375591" y="3887212"/>
            <a:ext cx="738818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vi-VN" sz="4000" b="1">
                <a:solidFill>
                  <a:srgbClr val="46281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- Đăng nhập/đăng xuất.</a:t>
            </a:r>
          </a:p>
          <a:p>
            <a:pPr algn="just"/>
            <a:r>
              <a:rPr lang="vi-VN" sz="4000" b="1">
                <a:solidFill>
                  <a:srgbClr val="46281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- Khôi phục mật khẩu.</a:t>
            </a:r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1CEE6D2D-293A-CCBD-9ACB-DB8F8135629F}"/>
              </a:ext>
            </a:extLst>
          </p:cNvPr>
          <p:cNvSpPr/>
          <p:nvPr/>
        </p:nvSpPr>
        <p:spPr>
          <a:xfrm rot="10800000" flipV="1">
            <a:off x="16332619" y="9181333"/>
            <a:ext cx="4786906" cy="3378371"/>
          </a:xfrm>
          <a:custGeom>
            <a:avLst/>
            <a:gdLst/>
            <a:ahLst/>
            <a:cxnLst/>
            <a:rect l="l" t="t" r="r" b="b"/>
            <a:pathLst>
              <a:path w="5636712" h="4114800">
                <a:moveTo>
                  <a:pt x="0" y="4114800"/>
                </a:moveTo>
                <a:lnTo>
                  <a:pt x="5636712" y="4114800"/>
                </a:lnTo>
                <a:lnTo>
                  <a:pt x="5636712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6290707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BD7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E5164F-CE29-5B20-0E30-E1D170DD9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FC8BA72-835E-98E6-1C1D-F0F1C724A9B0}"/>
              </a:ext>
            </a:extLst>
          </p:cNvPr>
          <p:cNvSpPr/>
          <p:nvPr/>
        </p:nvSpPr>
        <p:spPr>
          <a:xfrm>
            <a:off x="12521217" y="1722627"/>
            <a:ext cx="768503" cy="384338"/>
          </a:xfrm>
          <a:custGeom>
            <a:avLst/>
            <a:gdLst>
              <a:gd name="csX0" fmla="*/ 8444059 w 16146797"/>
              <a:gd name="csY0" fmla="*/ 7994304 h 8075215"/>
              <a:gd name="csX1" fmla="*/ 2161247 w 16146797"/>
              <a:gd name="csY1" fmla="*/ 7728833 h 8075215"/>
              <a:gd name="csX2" fmla="*/ 184963 w 16146797"/>
              <a:gd name="csY2" fmla="*/ 5339594 h 8075215"/>
              <a:gd name="csX3" fmla="*/ 361943 w 16146797"/>
              <a:gd name="csY3" fmla="*/ 1740987 h 8075215"/>
              <a:gd name="csX4" fmla="*/ 2633195 w 16146797"/>
              <a:gd name="csY4" fmla="*/ 266149 h 8075215"/>
              <a:gd name="csX5" fmla="*/ 6674253 w 16146797"/>
              <a:gd name="csY5" fmla="*/ 678 h 8075215"/>
              <a:gd name="csX6" fmla="*/ 12101659 w 16146797"/>
              <a:gd name="csY6" fmla="*/ 207155 h 8075215"/>
              <a:gd name="csX7" fmla="*/ 14815363 w 16146797"/>
              <a:gd name="csY7" fmla="*/ 708600 h 8075215"/>
              <a:gd name="csX8" fmla="*/ 16024730 w 16146797"/>
              <a:gd name="csY8" fmla="*/ 2743878 h 8075215"/>
              <a:gd name="csX9" fmla="*/ 15995234 w 16146797"/>
              <a:gd name="csY9" fmla="*/ 5192110 h 8075215"/>
              <a:gd name="csX10" fmla="*/ 15051337 w 16146797"/>
              <a:gd name="csY10" fmla="*/ 7315878 h 8075215"/>
              <a:gd name="csX11" fmla="*/ 11423234 w 16146797"/>
              <a:gd name="csY11" fmla="*/ 8023800 h 8075215"/>
              <a:gd name="csX12" fmla="*/ 8444059 w 16146797"/>
              <a:gd name="csY12" fmla="*/ 7994304 h 80752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6146797" h="8075215">
                <a:moveTo>
                  <a:pt x="8444059" y="7994304"/>
                </a:moveTo>
                <a:cubicBezTo>
                  <a:pt x="6900395" y="7945143"/>
                  <a:pt x="3537763" y="8171285"/>
                  <a:pt x="2161247" y="7728833"/>
                </a:cubicBezTo>
                <a:cubicBezTo>
                  <a:pt x="784731" y="7286381"/>
                  <a:pt x="484847" y="6337568"/>
                  <a:pt x="184963" y="5339594"/>
                </a:cubicBezTo>
                <a:cubicBezTo>
                  <a:pt x="-114921" y="4341620"/>
                  <a:pt x="-46096" y="2586561"/>
                  <a:pt x="361943" y="1740987"/>
                </a:cubicBezTo>
                <a:cubicBezTo>
                  <a:pt x="769982" y="895413"/>
                  <a:pt x="1581143" y="556200"/>
                  <a:pt x="2633195" y="266149"/>
                </a:cubicBezTo>
                <a:cubicBezTo>
                  <a:pt x="3685247" y="-23903"/>
                  <a:pt x="5096176" y="10510"/>
                  <a:pt x="6674253" y="678"/>
                </a:cubicBezTo>
                <a:cubicBezTo>
                  <a:pt x="8252330" y="-9154"/>
                  <a:pt x="10744807" y="89168"/>
                  <a:pt x="12101659" y="207155"/>
                </a:cubicBezTo>
                <a:cubicBezTo>
                  <a:pt x="13458511" y="325142"/>
                  <a:pt x="14161518" y="285813"/>
                  <a:pt x="14815363" y="708600"/>
                </a:cubicBezTo>
                <a:cubicBezTo>
                  <a:pt x="15469208" y="1131387"/>
                  <a:pt x="15828085" y="1996626"/>
                  <a:pt x="16024730" y="2743878"/>
                </a:cubicBezTo>
                <a:cubicBezTo>
                  <a:pt x="16221375" y="3491130"/>
                  <a:pt x="16157466" y="4430110"/>
                  <a:pt x="15995234" y="5192110"/>
                </a:cubicBezTo>
                <a:cubicBezTo>
                  <a:pt x="15833002" y="5954110"/>
                  <a:pt x="15813337" y="6843930"/>
                  <a:pt x="15051337" y="7315878"/>
                </a:cubicBezTo>
                <a:cubicBezTo>
                  <a:pt x="14289337" y="7787826"/>
                  <a:pt x="12529363" y="7915645"/>
                  <a:pt x="11423234" y="8023800"/>
                </a:cubicBezTo>
                <a:cubicBezTo>
                  <a:pt x="10317105" y="8131955"/>
                  <a:pt x="9987723" y="8043465"/>
                  <a:pt x="8444059" y="7994304"/>
                </a:cubicBezTo>
                <a:close/>
              </a:path>
            </a:pathLst>
          </a:custGeom>
          <a:solidFill>
            <a:srgbClr val="F9F6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F7F8FEC-9CFC-B685-5F8E-C457C0352B76}"/>
              </a:ext>
            </a:extLst>
          </p:cNvPr>
          <p:cNvSpPr/>
          <p:nvPr/>
        </p:nvSpPr>
        <p:spPr>
          <a:xfrm>
            <a:off x="3583022" y="7718238"/>
            <a:ext cx="1627680" cy="717028"/>
          </a:xfrm>
          <a:custGeom>
            <a:avLst/>
            <a:gdLst>
              <a:gd name="csX0" fmla="*/ 13607541 w 13924380"/>
              <a:gd name="csY0" fmla="*/ 4703349 h 7884392"/>
              <a:gd name="csX1" fmla="*/ 13784522 w 13924380"/>
              <a:gd name="csY1" fmla="*/ 2255116 h 7884392"/>
              <a:gd name="csX2" fmla="*/ 11778741 w 13924380"/>
              <a:gd name="csY2" fmla="*/ 219839 h 7884392"/>
              <a:gd name="csX3" fmla="*/ 5318948 w 13924380"/>
              <a:gd name="csY3" fmla="*/ 72355 h 7884392"/>
              <a:gd name="csX4" fmla="*/ 1543361 w 13924380"/>
              <a:gd name="csY4" fmla="*/ 367323 h 7884392"/>
              <a:gd name="csX5" fmla="*/ 157012 w 13924380"/>
              <a:gd name="csY5" fmla="*/ 2196123 h 7884392"/>
              <a:gd name="csX6" fmla="*/ 392987 w 13924380"/>
              <a:gd name="csY6" fmla="*/ 6178187 h 7884392"/>
              <a:gd name="csX7" fmla="*/ 3372161 w 13924380"/>
              <a:gd name="csY7" fmla="*/ 7594033 h 7884392"/>
              <a:gd name="csX8" fmla="*/ 9094535 w 13924380"/>
              <a:gd name="csY8" fmla="*/ 7859504 h 7884392"/>
              <a:gd name="csX9" fmla="*/ 12427670 w 13924380"/>
              <a:gd name="csY9" fmla="*/ 7210575 h 7884392"/>
              <a:gd name="csX10" fmla="*/ 13607541 w 13924380"/>
              <a:gd name="csY10" fmla="*/ 4703349 h 78843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3924380" h="7884392">
                <a:moveTo>
                  <a:pt x="13607541" y="4703349"/>
                </a:moveTo>
                <a:cubicBezTo>
                  <a:pt x="13833683" y="3877439"/>
                  <a:pt x="14089322" y="3002368"/>
                  <a:pt x="13784522" y="2255116"/>
                </a:cubicBezTo>
                <a:cubicBezTo>
                  <a:pt x="13479722" y="1507864"/>
                  <a:pt x="13189670" y="583632"/>
                  <a:pt x="11778741" y="219839"/>
                </a:cubicBezTo>
                <a:cubicBezTo>
                  <a:pt x="10367812" y="-143954"/>
                  <a:pt x="7024845" y="47774"/>
                  <a:pt x="5318948" y="72355"/>
                </a:cubicBezTo>
                <a:cubicBezTo>
                  <a:pt x="3613051" y="96936"/>
                  <a:pt x="2403684" y="13362"/>
                  <a:pt x="1543361" y="367323"/>
                </a:cubicBezTo>
                <a:cubicBezTo>
                  <a:pt x="683038" y="721284"/>
                  <a:pt x="348741" y="1227646"/>
                  <a:pt x="157012" y="2196123"/>
                </a:cubicBezTo>
                <a:cubicBezTo>
                  <a:pt x="-34717" y="3164600"/>
                  <a:pt x="-142871" y="5278535"/>
                  <a:pt x="392987" y="6178187"/>
                </a:cubicBezTo>
                <a:cubicBezTo>
                  <a:pt x="928845" y="7077839"/>
                  <a:pt x="1921903" y="7313813"/>
                  <a:pt x="3372161" y="7594033"/>
                </a:cubicBezTo>
                <a:cubicBezTo>
                  <a:pt x="4822419" y="7874253"/>
                  <a:pt x="7585284" y="7923414"/>
                  <a:pt x="9094535" y="7859504"/>
                </a:cubicBezTo>
                <a:cubicBezTo>
                  <a:pt x="10603786" y="7795594"/>
                  <a:pt x="11670586" y="7731685"/>
                  <a:pt x="12427670" y="7210575"/>
                </a:cubicBezTo>
                <a:cubicBezTo>
                  <a:pt x="13184754" y="6689465"/>
                  <a:pt x="13381399" y="5529259"/>
                  <a:pt x="13607541" y="4703349"/>
                </a:cubicBezTo>
                <a:close/>
              </a:path>
            </a:pathLst>
          </a:custGeom>
          <a:solidFill>
            <a:srgbClr val="F9F6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E49D52F0-6D88-8A68-8C5B-8672683A2B54}"/>
              </a:ext>
            </a:extLst>
          </p:cNvPr>
          <p:cNvSpPr/>
          <p:nvPr/>
        </p:nvSpPr>
        <p:spPr>
          <a:xfrm>
            <a:off x="9314121" y="4890977"/>
            <a:ext cx="3296093" cy="2169042"/>
          </a:xfrm>
          <a:custGeom>
            <a:avLst/>
            <a:gdLst>
              <a:gd name="csX0" fmla="*/ 0 w 3296093"/>
              <a:gd name="csY0" fmla="*/ 0 h 2169042"/>
              <a:gd name="csX1" fmla="*/ 1339702 w 3296093"/>
              <a:gd name="csY1" fmla="*/ 1637414 h 2169042"/>
              <a:gd name="csX2" fmla="*/ 3296093 w 3296093"/>
              <a:gd name="csY2" fmla="*/ 2169042 h 21690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296093" h="2169042">
                <a:moveTo>
                  <a:pt x="0" y="0"/>
                </a:moveTo>
                <a:cubicBezTo>
                  <a:pt x="395176" y="637953"/>
                  <a:pt x="790353" y="1275907"/>
                  <a:pt x="1339702" y="1637414"/>
                </a:cubicBezTo>
                <a:cubicBezTo>
                  <a:pt x="1889051" y="1998921"/>
                  <a:pt x="2592572" y="2083981"/>
                  <a:pt x="3296093" y="2169042"/>
                </a:cubicBezTo>
              </a:path>
            </a:pathLst>
          </a:custGeom>
          <a:noFill/>
          <a:ln w="57150">
            <a:solidFill>
              <a:srgbClr val="5056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91A31AE8-3A11-FA20-ADA3-004C15D1BA76}"/>
              </a:ext>
            </a:extLst>
          </p:cNvPr>
          <p:cNvSpPr/>
          <p:nvPr/>
        </p:nvSpPr>
        <p:spPr>
          <a:xfrm rot="-1567435">
            <a:off x="-1208250" y="10709411"/>
            <a:ext cx="1553066" cy="1643456"/>
          </a:xfrm>
          <a:custGeom>
            <a:avLst/>
            <a:gdLst/>
            <a:ahLst/>
            <a:cxnLst/>
            <a:rect l="l" t="t" r="r" b="b"/>
            <a:pathLst>
              <a:path w="3319486" h="3512683">
                <a:moveTo>
                  <a:pt x="0" y="0"/>
                </a:moveTo>
                <a:lnTo>
                  <a:pt x="3319486" y="0"/>
                </a:lnTo>
                <a:lnTo>
                  <a:pt x="3319486" y="3512683"/>
                </a:lnTo>
                <a:lnTo>
                  <a:pt x="0" y="35126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0975F215-1C98-A8B7-1ACA-9AABE3E4828E}"/>
              </a:ext>
            </a:extLst>
          </p:cNvPr>
          <p:cNvSpPr/>
          <p:nvPr/>
        </p:nvSpPr>
        <p:spPr>
          <a:xfrm rot="-10800000" flipV="1">
            <a:off x="14008682" y="7618786"/>
            <a:ext cx="4786906" cy="3378371"/>
          </a:xfrm>
          <a:custGeom>
            <a:avLst/>
            <a:gdLst/>
            <a:ahLst/>
            <a:cxnLst/>
            <a:rect l="l" t="t" r="r" b="b"/>
            <a:pathLst>
              <a:path w="5636712" h="4114800">
                <a:moveTo>
                  <a:pt x="0" y="4114800"/>
                </a:moveTo>
                <a:lnTo>
                  <a:pt x="5636712" y="4114800"/>
                </a:lnTo>
                <a:lnTo>
                  <a:pt x="5636712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05AAAD81-5CD9-3168-76C9-7B8E25B1A60C}"/>
              </a:ext>
            </a:extLst>
          </p:cNvPr>
          <p:cNvSpPr/>
          <p:nvPr/>
        </p:nvSpPr>
        <p:spPr>
          <a:xfrm rot="-10800000" flipH="1">
            <a:off x="-78110" y="-120558"/>
            <a:ext cx="4593364" cy="2865709"/>
          </a:xfrm>
          <a:custGeom>
            <a:avLst/>
            <a:gdLst/>
            <a:ahLst/>
            <a:cxnLst/>
            <a:rect l="l" t="t" r="r" b="b"/>
            <a:pathLst>
              <a:path w="5636712" h="4114800">
                <a:moveTo>
                  <a:pt x="5636712" y="0"/>
                </a:moveTo>
                <a:lnTo>
                  <a:pt x="0" y="0"/>
                </a:lnTo>
                <a:lnTo>
                  <a:pt x="0" y="4114800"/>
                </a:lnTo>
                <a:lnTo>
                  <a:pt x="5636712" y="4114800"/>
                </a:lnTo>
                <a:lnTo>
                  <a:pt x="563671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E31C794F-3A44-E619-2229-1355F5DF1E0E}"/>
              </a:ext>
            </a:extLst>
          </p:cNvPr>
          <p:cNvSpPr/>
          <p:nvPr/>
        </p:nvSpPr>
        <p:spPr>
          <a:xfrm rot="900000">
            <a:off x="19461455" y="-569463"/>
            <a:ext cx="1185747" cy="1062726"/>
          </a:xfrm>
          <a:custGeom>
            <a:avLst/>
            <a:gdLst/>
            <a:ahLst/>
            <a:cxnLst/>
            <a:rect l="l" t="t" r="r" b="b"/>
            <a:pathLst>
              <a:path w="3585289" h="3213315">
                <a:moveTo>
                  <a:pt x="0" y="0"/>
                </a:moveTo>
                <a:lnTo>
                  <a:pt x="3585289" y="0"/>
                </a:lnTo>
                <a:lnTo>
                  <a:pt x="3585289" y="3213315"/>
                </a:lnTo>
                <a:lnTo>
                  <a:pt x="0" y="32133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A2DAB15E-A4F0-BEBA-DB69-20266678FEE3}"/>
              </a:ext>
            </a:extLst>
          </p:cNvPr>
          <p:cNvSpPr/>
          <p:nvPr/>
        </p:nvSpPr>
        <p:spPr>
          <a:xfrm rot="-1242283">
            <a:off x="18009795" y="3210659"/>
            <a:ext cx="556410" cy="597487"/>
          </a:xfrm>
          <a:custGeom>
            <a:avLst/>
            <a:gdLst/>
            <a:ahLst/>
            <a:cxnLst/>
            <a:rect l="l" t="t" r="r" b="b"/>
            <a:pathLst>
              <a:path w="642325" h="689745">
                <a:moveTo>
                  <a:pt x="0" y="0"/>
                </a:moveTo>
                <a:lnTo>
                  <a:pt x="642325" y="0"/>
                </a:lnTo>
                <a:lnTo>
                  <a:pt x="642325" y="689745"/>
                </a:lnTo>
                <a:lnTo>
                  <a:pt x="0" y="6897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44FFEF3F-EBD3-5A12-008A-A8E9C61CC927}"/>
              </a:ext>
            </a:extLst>
          </p:cNvPr>
          <p:cNvSpPr/>
          <p:nvPr/>
        </p:nvSpPr>
        <p:spPr>
          <a:xfrm rot="-1242283">
            <a:off x="2715359" y="9758307"/>
            <a:ext cx="642325" cy="689745"/>
          </a:xfrm>
          <a:custGeom>
            <a:avLst/>
            <a:gdLst/>
            <a:ahLst/>
            <a:cxnLst/>
            <a:rect l="l" t="t" r="r" b="b"/>
            <a:pathLst>
              <a:path w="642325" h="689745">
                <a:moveTo>
                  <a:pt x="0" y="0"/>
                </a:moveTo>
                <a:lnTo>
                  <a:pt x="642326" y="0"/>
                </a:lnTo>
                <a:lnTo>
                  <a:pt x="642326" y="689746"/>
                </a:lnTo>
                <a:lnTo>
                  <a:pt x="0" y="6897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52D989CD-E230-CD90-A384-4CBCF787AAB3}"/>
              </a:ext>
            </a:extLst>
          </p:cNvPr>
          <p:cNvSpPr/>
          <p:nvPr/>
        </p:nvSpPr>
        <p:spPr>
          <a:xfrm rot="1958843">
            <a:off x="760731" y="2940927"/>
            <a:ext cx="1058785" cy="1136951"/>
          </a:xfrm>
          <a:custGeom>
            <a:avLst/>
            <a:gdLst/>
            <a:ahLst/>
            <a:cxnLst/>
            <a:rect l="l" t="t" r="r" b="b"/>
            <a:pathLst>
              <a:path w="1058785" h="1136951">
                <a:moveTo>
                  <a:pt x="0" y="0"/>
                </a:moveTo>
                <a:lnTo>
                  <a:pt x="1058786" y="0"/>
                </a:lnTo>
                <a:lnTo>
                  <a:pt x="1058786" y="1136951"/>
                </a:lnTo>
                <a:lnTo>
                  <a:pt x="0" y="11369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94BB066-BE9B-E75F-545F-1A8079D551C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-6031283" y="4214694"/>
            <a:ext cx="9546473" cy="1046795"/>
          </a:xfrm>
          <a:prstGeom prst="rect">
            <a:avLst/>
          </a:prstGeom>
        </p:spPr>
      </p:pic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D5DE4325-611B-99BB-0C41-7986A93CAE7F}"/>
              </a:ext>
            </a:extLst>
          </p:cNvPr>
          <p:cNvSpPr/>
          <p:nvPr/>
        </p:nvSpPr>
        <p:spPr>
          <a:xfrm rot="21039325">
            <a:off x="8780371" y="2026097"/>
            <a:ext cx="2806996" cy="2062716"/>
          </a:xfrm>
          <a:custGeom>
            <a:avLst/>
            <a:gdLst>
              <a:gd name="csX0" fmla="*/ 0 w 2806996"/>
              <a:gd name="csY0" fmla="*/ 2062716 h 2062716"/>
              <a:gd name="csX1" fmla="*/ 1254642 w 2806996"/>
              <a:gd name="csY1" fmla="*/ 489097 h 2062716"/>
              <a:gd name="csX2" fmla="*/ 2806996 w 2806996"/>
              <a:gd name="csY2" fmla="*/ 0 h 2062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806996" h="2062716">
                <a:moveTo>
                  <a:pt x="0" y="2062716"/>
                </a:moveTo>
                <a:cubicBezTo>
                  <a:pt x="393404" y="1447799"/>
                  <a:pt x="786809" y="832883"/>
                  <a:pt x="1254642" y="489097"/>
                </a:cubicBezTo>
                <a:cubicBezTo>
                  <a:pt x="1722475" y="145311"/>
                  <a:pt x="2264735" y="72655"/>
                  <a:pt x="2806996" y="0"/>
                </a:cubicBezTo>
              </a:path>
            </a:pathLst>
          </a:custGeom>
          <a:noFill/>
          <a:ln w="57150">
            <a:solidFill>
              <a:srgbClr val="5056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BB3824A1-84EE-7536-F843-8A463BD24DB4}"/>
              </a:ext>
            </a:extLst>
          </p:cNvPr>
          <p:cNvSpPr/>
          <p:nvPr/>
        </p:nvSpPr>
        <p:spPr>
          <a:xfrm>
            <a:off x="6081258" y="6009081"/>
            <a:ext cx="2232838" cy="1850066"/>
          </a:xfrm>
          <a:custGeom>
            <a:avLst/>
            <a:gdLst>
              <a:gd name="csX0" fmla="*/ 2232838 w 2232838"/>
              <a:gd name="csY0" fmla="*/ 0 h 1850066"/>
              <a:gd name="csX1" fmla="*/ 1531089 w 2232838"/>
              <a:gd name="csY1" fmla="*/ 1339703 h 1850066"/>
              <a:gd name="csX2" fmla="*/ 0 w 2232838"/>
              <a:gd name="csY2" fmla="*/ 1850066 h 18500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232838" h="1850066">
                <a:moveTo>
                  <a:pt x="2232838" y="0"/>
                </a:moveTo>
                <a:cubicBezTo>
                  <a:pt x="2068033" y="515679"/>
                  <a:pt x="1903229" y="1031359"/>
                  <a:pt x="1531089" y="1339703"/>
                </a:cubicBezTo>
                <a:cubicBezTo>
                  <a:pt x="1158949" y="1648047"/>
                  <a:pt x="0" y="1850066"/>
                  <a:pt x="0" y="1850066"/>
                </a:cubicBezTo>
              </a:path>
            </a:pathLst>
          </a:custGeom>
          <a:noFill/>
          <a:ln w="57150">
            <a:solidFill>
              <a:srgbClr val="5056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F5F1980-19F0-1556-D769-0DE5D1501654}"/>
              </a:ext>
            </a:extLst>
          </p:cNvPr>
          <p:cNvSpPr/>
          <p:nvPr/>
        </p:nvSpPr>
        <p:spPr>
          <a:xfrm>
            <a:off x="6324600" y="3467100"/>
            <a:ext cx="5428848" cy="2813570"/>
          </a:xfrm>
          <a:custGeom>
            <a:avLst/>
            <a:gdLst/>
            <a:ahLst/>
            <a:cxnLst/>
            <a:rect l="l" t="t" r="r" b="b"/>
            <a:pathLst>
              <a:path w="13632925" h="7600356">
                <a:moveTo>
                  <a:pt x="0" y="0"/>
                </a:moveTo>
                <a:lnTo>
                  <a:pt x="13632924" y="0"/>
                </a:lnTo>
                <a:lnTo>
                  <a:pt x="13632924" y="7600355"/>
                </a:lnTo>
                <a:lnTo>
                  <a:pt x="0" y="760035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46C4544F-0413-AF91-1A0E-B8C046BC4434}"/>
              </a:ext>
            </a:extLst>
          </p:cNvPr>
          <p:cNvSpPr/>
          <p:nvPr/>
        </p:nvSpPr>
        <p:spPr>
          <a:xfrm rot="1958843">
            <a:off x="6272394" y="3391286"/>
            <a:ext cx="1058785" cy="1136951"/>
          </a:xfrm>
          <a:custGeom>
            <a:avLst/>
            <a:gdLst/>
            <a:ahLst/>
            <a:cxnLst/>
            <a:rect l="l" t="t" r="r" b="b"/>
            <a:pathLst>
              <a:path w="1058785" h="1136951">
                <a:moveTo>
                  <a:pt x="0" y="0"/>
                </a:moveTo>
                <a:lnTo>
                  <a:pt x="1058785" y="0"/>
                </a:lnTo>
                <a:lnTo>
                  <a:pt x="1058785" y="1136951"/>
                </a:lnTo>
                <a:lnTo>
                  <a:pt x="0" y="11369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F69EFA3-CE34-C288-CAE4-947C97384DE9}"/>
              </a:ext>
            </a:extLst>
          </p:cNvPr>
          <p:cNvSpPr txBox="1"/>
          <p:nvPr/>
        </p:nvSpPr>
        <p:spPr>
          <a:xfrm>
            <a:off x="6801787" y="3814761"/>
            <a:ext cx="4684425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vi-VN" sz="6000">
                <a:solidFill>
                  <a:srgbClr val="50564F"/>
                </a:solidFill>
                <a:latin typeface="iCiel Soup of Justice" pitchFamily="2" charset="0"/>
                <a:ea typeface="Genty"/>
                <a:cs typeface="Genty"/>
                <a:sym typeface="Genty"/>
              </a:rPr>
              <a:t>Các chức năng chính</a:t>
            </a:r>
            <a:endParaRPr lang="en-US" sz="6000">
              <a:solidFill>
                <a:srgbClr val="50564F"/>
              </a:solidFill>
              <a:latin typeface="iCiel Soup of Justice" pitchFamily="2" charset="0"/>
              <a:ea typeface="Genty"/>
              <a:cs typeface="Genty"/>
              <a:sym typeface="Genty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5847F11E-C443-B88D-2543-D034DA26D425}"/>
              </a:ext>
            </a:extLst>
          </p:cNvPr>
          <p:cNvSpPr/>
          <p:nvPr/>
        </p:nvSpPr>
        <p:spPr>
          <a:xfrm rot="299095">
            <a:off x="11050640" y="741424"/>
            <a:ext cx="4444503" cy="2229807"/>
          </a:xfrm>
          <a:custGeom>
            <a:avLst/>
            <a:gdLst>
              <a:gd name="csX0" fmla="*/ 2064405 w 4348049"/>
              <a:gd name="csY0" fmla="*/ 223872 h 2032927"/>
              <a:gd name="csX1" fmla="*/ 660907 w 4348049"/>
              <a:gd name="csY1" fmla="*/ 308933 h 2032927"/>
              <a:gd name="csX2" fmla="*/ 22953 w 4348049"/>
              <a:gd name="csY2" fmla="*/ 946886 h 2032927"/>
              <a:gd name="csX3" fmla="*/ 341930 w 4348049"/>
              <a:gd name="csY3" fmla="*/ 1988877 h 2032927"/>
              <a:gd name="csX4" fmla="*/ 2170730 w 4348049"/>
              <a:gd name="csY4" fmla="*/ 1797491 h 2032927"/>
              <a:gd name="csX5" fmla="*/ 4148386 w 4348049"/>
              <a:gd name="csY5" fmla="*/ 1414719 h 2032927"/>
              <a:gd name="csX6" fmla="*/ 4169651 w 4348049"/>
              <a:gd name="csY6" fmla="*/ 585379 h 2032927"/>
              <a:gd name="csX7" fmla="*/ 3170191 w 4348049"/>
              <a:gd name="csY7" fmla="*/ 11221 h 2032927"/>
              <a:gd name="csX8" fmla="*/ 2064405 w 4348049"/>
              <a:gd name="csY8" fmla="*/ 223872 h 20329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348049" h="2032927">
                <a:moveTo>
                  <a:pt x="2064405" y="223872"/>
                </a:moveTo>
                <a:cubicBezTo>
                  <a:pt x="1646191" y="273491"/>
                  <a:pt x="1001149" y="188431"/>
                  <a:pt x="660907" y="308933"/>
                </a:cubicBezTo>
                <a:cubicBezTo>
                  <a:pt x="320665" y="429435"/>
                  <a:pt x="76116" y="666895"/>
                  <a:pt x="22953" y="946886"/>
                </a:cubicBezTo>
                <a:cubicBezTo>
                  <a:pt x="-30210" y="1226877"/>
                  <a:pt x="-16033" y="1847109"/>
                  <a:pt x="341930" y="1988877"/>
                </a:cubicBezTo>
                <a:cubicBezTo>
                  <a:pt x="699893" y="2130645"/>
                  <a:pt x="1536321" y="1893184"/>
                  <a:pt x="2170730" y="1797491"/>
                </a:cubicBezTo>
                <a:cubicBezTo>
                  <a:pt x="2805139" y="1701798"/>
                  <a:pt x="3815233" y="1616738"/>
                  <a:pt x="4148386" y="1414719"/>
                </a:cubicBezTo>
                <a:cubicBezTo>
                  <a:pt x="4481539" y="1212700"/>
                  <a:pt x="4332684" y="819295"/>
                  <a:pt x="4169651" y="585379"/>
                </a:cubicBezTo>
                <a:cubicBezTo>
                  <a:pt x="4006618" y="351463"/>
                  <a:pt x="3517521" y="75016"/>
                  <a:pt x="3170191" y="11221"/>
                </a:cubicBezTo>
                <a:cubicBezTo>
                  <a:pt x="2822861" y="-52574"/>
                  <a:pt x="2482619" y="174253"/>
                  <a:pt x="2064405" y="223872"/>
                </a:cubicBezTo>
                <a:close/>
              </a:path>
            </a:pathLst>
          </a:custGeom>
          <a:solidFill>
            <a:srgbClr val="F4E8D3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662DE1B7-7B18-92AA-824F-1C45FDE20D7D}"/>
              </a:ext>
            </a:extLst>
          </p:cNvPr>
          <p:cNvSpPr/>
          <p:nvPr/>
        </p:nvSpPr>
        <p:spPr>
          <a:xfrm>
            <a:off x="12028688" y="6009081"/>
            <a:ext cx="4255902" cy="2292220"/>
          </a:xfrm>
          <a:custGeom>
            <a:avLst/>
            <a:gdLst>
              <a:gd name="csX0" fmla="*/ 2067015 w 4255902"/>
              <a:gd name="csY0" fmla="*/ 88377 h 2292220"/>
              <a:gd name="csX1" fmla="*/ 2003219 w 4255902"/>
              <a:gd name="csY1" fmla="*/ 67112 h 2292220"/>
              <a:gd name="csX2" fmla="*/ 748577 w 4255902"/>
              <a:gd name="csY2" fmla="*/ 215968 h 2292220"/>
              <a:gd name="csX3" fmla="*/ 89359 w 4255902"/>
              <a:gd name="csY3" fmla="*/ 811391 h 2292220"/>
              <a:gd name="csX4" fmla="*/ 259480 w 4255902"/>
              <a:gd name="csY4" fmla="*/ 2023503 h 2292220"/>
              <a:gd name="csX5" fmla="*/ 2385991 w 4255902"/>
              <a:gd name="csY5" fmla="*/ 2257419 h 2292220"/>
              <a:gd name="csX6" fmla="*/ 4129731 w 4255902"/>
              <a:gd name="csY6" fmla="*/ 1491875 h 2292220"/>
              <a:gd name="csX7" fmla="*/ 3895815 w 4255902"/>
              <a:gd name="csY7" fmla="*/ 109642 h 2292220"/>
              <a:gd name="csX8" fmla="*/ 2067015 w 4255902"/>
              <a:gd name="csY8" fmla="*/ 88377 h 22922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255902" h="2292220">
                <a:moveTo>
                  <a:pt x="2067015" y="88377"/>
                </a:moveTo>
                <a:cubicBezTo>
                  <a:pt x="1751582" y="81289"/>
                  <a:pt x="2222959" y="45847"/>
                  <a:pt x="2003219" y="67112"/>
                </a:cubicBezTo>
                <a:cubicBezTo>
                  <a:pt x="1783479" y="88377"/>
                  <a:pt x="1067554" y="91922"/>
                  <a:pt x="748577" y="215968"/>
                </a:cubicBezTo>
                <a:cubicBezTo>
                  <a:pt x="429600" y="340014"/>
                  <a:pt x="170875" y="510135"/>
                  <a:pt x="89359" y="811391"/>
                </a:cubicBezTo>
                <a:cubicBezTo>
                  <a:pt x="7843" y="1112647"/>
                  <a:pt x="-123292" y="1782498"/>
                  <a:pt x="259480" y="2023503"/>
                </a:cubicBezTo>
                <a:cubicBezTo>
                  <a:pt x="642252" y="2264508"/>
                  <a:pt x="1740949" y="2346024"/>
                  <a:pt x="2385991" y="2257419"/>
                </a:cubicBezTo>
                <a:cubicBezTo>
                  <a:pt x="3031033" y="2168814"/>
                  <a:pt x="3878094" y="1849838"/>
                  <a:pt x="4129731" y="1491875"/>
                </a:cubicBezTo>
                <a:cubicBezTo>
                  <a:pt x="4381368" y="1133912"/>
                  <a:pt x="4232513" y="347103"/>
                  <a:pt x="3895815" y="109642"/>
                </a:cubicBezTo>
                <a:cubicBezTo>
                  <a:pt x="3559117" y="-127819"/>
                  <a:pt x="2382448" y="95465"/>
                  <a:pt x="2067015" y="88377"/>
                </a:cubicBezTo>
                <a:close/>
              </a:path>
            </a:pathLst>
          </a:custGeom>
          <a:solidFill>
            <a:srgbClr val="F4E8D3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DA135A1C-FB5E-ABF2-63C2-CBCBAC0D9569}"/>
              </a:ext>
            </a:extLst>
          </p:cNvPr>
          <p:cNvSpPr/>
          <p:nvPr/>
        </p:nvSpPr>
        <p:spPr>
          <a:xfrm>
            <a:off x="2003409" y="6827741"/>
            <a:ext cx="4786907" cy="2292220"/>
          </a:xfrm>
          <a:custGeom>
            <a:avLst/>
            <a:gdLst>
              <a:gd name="csX0" fmla="*/ 1961663 w 4308532"/>
              <a:gd name="csY0" fmla="*/ 47 h 2149519"/>
              <a:gd name="csX1" fmla="*/ 430574 w 4308532"/>
              <a:gd name="csY1" fmla="*/ 425350 h 2149519"/>
              <a:gd name="csX2" fmla="*/ 111598 w 4308532"/>
              <a:gd name="csY2" fmla="*/ 1467341 h 2149519"/>
              <a:gd name="csX3" fmla="*/ 2089253 w 4308532"/>
              <a:gd name="csY3" fmla="*/ 2147824 h 2149519"/>
              <a:gd name="csX4" fmla="*/ 4151970 w 4308532"/>
              <a:gd name="csY4" fmla="*/ 1275954 h 2149519"/>
              <a:gd name="csX5" fmla="*/ 3918053 w 4308532"/>
              <a:gd name="csY5" fmla="*/ 404085 h 2149519"/>
              <a:gd name="csX6" fmla="*/ 1961663 w 4308532"/>
              <a:gd name="csY6" fmla="*/ 47 h 21495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308532" h="2149519">
                <a:moveTo>
                  <a:pt x="1961663" y="47"/>
                </a:moveTo>
                <a:cubicBezTo>
                  <a:pt x="1380416" y="3591"/>
                  <a:pt x="738918" y="180801"/>
                  <a:pt x="430574" y="425350"/>
                </a:cubicBezTo>
                <a:cubicBezTo>
                  <a:pt x="122230" y="669899"/>
                  <a:pt x="-164848" y="1180262"/>
                  <a:pt x="111598" y="1467341"/>
                </a:cubicBezTo>
                <a:cubicBezTo>
                  <a:pt x="388044" y="1754420"/>
                  <a:pt x="1415858" y="2179722"/>
                  <a:pt x="2089253" y="2147824"/>
                </a:cubicBezTo>
                <a:cubicBezTo>
                  <a:pt x="2762648" y="2115926"/>
                  <a:pt x="3847170" y="1566577"/>
                  <a:pt x="4151970" y="1275954"/>
                </a:cubicBezTo>
                <a:cubicBezTo>
                  <a:pt x="4456770" y="985331"/>
                  <a:pt x="4283104" y="616736"/>
                  <a:pt x="3918053" y="404085"/>
                </a:cubicBezTo>
                <a:cubicBezTo>
                  <a:pt x="3553002" y="191434"/>
                  <a:pt x="2542910" y="-3497"/>
                  <a:pt x="1961663" y="47"/>
                </a:cubicBezTo>
                <a:close/>
              </a:path>
            </a:pathLst>
          </a:custGeom>
          <a:solidFill>
            <a:srgbClr val="F4E8D3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8">
            <a:extLst>
              <a:ext uri="{FF2B5EF4-FFF2-40B4-BE49-F238E27FC236}">
                <a16:creationId xmlns:a16="http://schemas.microsoft.com/office/drawing/2014/main" id="{452DF1EC-DC40-2DD9-F78C-9AE532119977}"/>
              </a:ext>
            </a:extLst>
          </p:cNvPr>
          <p:cNvSpPr txBox="1"/>
          <p:nvPr/>
        </p:nvSpPr>
        <p:spPr>
          <a:xfrm>
            <a:off x="2386117" y="7166710"/>
            <a:ext cx="3806836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vi-VN" sz="4800">
                <a:solidFill>
                  <a:srgbClr val="50564F"/>
                </a:solidFill>
                <a:latin typeface="iCiel Soup of Justice" pitchFamily="2" charset="0"/>
                <a:ea typeface="Segoe UI Black" panose="020B0A02040204020203" pitchFamily="34" charset="0"/>
                <a:cs typeface="Genty"/>
                <a:sym typeface="Genty"/>
              </a:rPr>
              <a:t>hệ thống và bảo mật</a:t>
            </a:r>
            <a:endParaRPr lang="en-US" sz="4800">
              <a:solidFill>
                <a:srgbClr val="50564F"/>
              </a:solidFill>
              <a:latin typeface="iCiel Soup of Justice" pitchFamily="2" charset="0"/>
              <a:ea typeface="Segoe UI Black" panose="020B0A02040204020203" pitchFamily="34" charset="0"/>
              <a:cs typeface="Genty"/>
              <a:sym typeface="Genty"/>
            </a:endParaRPr>
          </a:p>
        </p:txBody>
      </p:sp>
      <p:sp>
        <p:nvSpPr>
          <p:cNvPr id="36" name="TextBox 8">
            <a:extLst>
              <a:ext uri="{FF2B5EF4-FFF2-40B4-BE49-F238E27FC236}">
                <a16:creationId xmlns:a16="http://schemas.microsoft.com/office/drawing/2014/main" id="{5CC004A9-6974-AEE0-4D59-31440C96BDAD}"/>
              </a:ext>
            </a:extLst>
          </p:cNvPr>
          <p:cNvSpPr txBox="1"/>
          <p:nvPr/>
        </p:nvSpPr>
        <p:spPr>
          <a:xfrm>
            <a:off x="11164718" y="979028"/>
            <a:ext cx="3806836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vi-VN" sz="4800">
                <a:solidFill>
                  <a:srgbClr val="50564F"/>
                </a:solidFill>
                <a:latin typeface="iCiel Soup of Justice" pitchFamily="2" charset="0"/>
                <a:ea typeface="Segoe UI Black" panose="020B0A02040204020203" pitchFamily="34" charset="0"/>
                <a:cs typeface="Genty"/>
                <a:sym typeface="Genty"/>
              </a:rPr>
              <a:t>dành cho quản lý</a:t>
            </a:r>
            <a:endParaRPr lang="en-US" sz="4800">
              <a:solidFill>
                <a:srgbClr val="50564F"/>
              </a:solidFill>
              <a:latin typeface="iCiel Soup of Justice" pitchFamily="2" charset="0"/>
              <a:ea typeface="Segoe UI Black" panose="020B0A02040204020203" pitchFamily="34" charset="0"/>
              <a:cs typeface="Genty"/>
              <a:sym typeface="Genty"/>
            </a:endParaRPr>
          </a:p>
        </p:txBody>
      </p:sp>
      <p:sp>
        <p:nvSpPr>
          <p:cNvPr id="39" name="TextBox 8">
            <a:extLst>
              <a:ext uri="{FF2B5EF4-FFF2-40B4-BE49-F238E27FC236}">
                <a16:creationId xmlns:a16="http://schemas.microsoft.com/office/drawing/2014/main" id="{1935A341-F194-7845-0AF3-A0F7AA9D8352}"/>
              </a:ext>
            </a:extLst>
          </p:cNvPr>
          <p:cNvSpPr txBox="1"/>
          <p:nvPr/>
        </p:nvSpPr>
        <p:spPr>
          <a:xfrm>
            <a:off x="12265266" y="6309396"/>
            <a:ext cx="3806836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vi-VN" sz="4800">
                <a:solidFill>
                  <a:srgbClr val="50564F"/>
                </a:solidFill>
                <a:latin typeface="iCiel Soup of Justice" pitchFamily="2" charset="0"/>
                <a:ea typeface="Segoe UI Black" panose="020B0A02040204020203" pitchFamily="34" charset="0"/>
                <a:cs typeface="Genty"/>
                <a:sym typeface="Genty"/>
              </a:rPr>
              <a:t>dành cho nhân viên</a:t>
            </a:r>
            <a:endParaRPr lang="en-US" sz="4800">
              <a:solidFill>
                <a:srgbClr val="50564F"/>
              </a:solidFill>
              <a:latin typeface="iCiel Soup of Justice" pitchFamily="2" charset="0"/>
              <a:ea typeface="Segoe UI Black" panose="020B0A02040204020203" pitchFamily="34" charset="0"/>
              <a:cs typeface="Genty"/>
              <a:sym typeface="Genty"/>
            </a:endParaRPr>
          </a:p>
        </p:txBody>
      </p:sp>
      <p:sp>
        <p:nvSpPr>
          <p:cNvPr id="40" name="Freeform 9">
            <a:extLst>
              <a:ext uri="{FF2B5EF4-FFF2-40B4-BE49-F238E27FC236}">
                <a16:creationId xmlns:a16="http://schemas.microsoft.com/office/drawing/2014/main" id="{8A84E522-8A4A-C1E6-0FF4-16655BE1E90A}"/>
              </a:ext>
            </a:extLst>
          </p:cNvPr>
          <p:cNvSpPr/>
          <p:nvPr/>
        </p:nvSpPr>
        <p:spPr>
          <a:xfrm rot="20357717">
            <a:off x="7392082" y="-208990"/>
            <a:ext cx="437496" cy="469794"/>
          </a:xfrm>
          <a:custGeom>
            <a:avLst/>
            <a:gdLst/>
            <a:ahLst/>
            <a:cxnLst/>
            <a:rect l="l" t="t" r="r" b="b"/>
            <a:pathLst>
              <a:path w="642325" h="689745">
                <a:moveTo>
                  <a:pt x="0" y="0"/>
                </a:moveTo>
                <a:lnTo>
                  <a:pt x="642325" y="0"/>
                </a:lnTo>
                <a:lnTo>
                  <a:pt x="642325" y="689745"/>
                </a:lnTo>
                <a:lnTo>
                  <a:pt x="0" y="6897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9555398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BD7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7A0313-60B8-6DFD-6EDC-62DAF39FF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292AC8F-A76A-349B-42C5-EFF50DFCADF8}"/>
              </a:ext>
            </a:extLst>
          </p:cNvPr>
          <p:cNvSpPr/>
          <p:nvPr/>
        </p:nvSpPr>
        <p:spPr>
          <a:xfrm>
            <a:off x="2614170" y="15103975"/>
            <a:ext cx="1145641" cy="504679"/>
          </a:xfrm>
          <a:custGeom>
            <a:avLst/>
            <a:gdLst>
              <a:gd name="csX0" fmla="*/ 13607541 w 13924380"/>
              <a:gd name="csY0" fmla="*/ 4703349 h 7884392"/>
              <a:gd name="csX1" fmla="*/ 13784522 w 13924380"/>
              <a:gd name="csY1" fmla="*/ 2255116 h 7884392"/>
              <a:gd name="csX2" fmla="*/ 11778741 w 13924380"/>
              <a:gd name="csY2" fmla="*/ 219839 h 7884392"/>
              <a:gd name="csX3" fmla="*/ 5318948 w 13924380"/>
              <a:gd name="csY3" fmla="*/ 72355 h 7884392"/>
              <a:gd name="csX4" fmla="*/ 1543361 w 13924380"/>
              <a:gd name="csY4" fmla="*/ 367323 h 7884392"/>
              <a:gd name="csX5" fmla="*/ 157012 w 13924380"/>
              <a:gd name="csY5" fmla="*/ 2196123 h 7884392"/>
              <a:gd name="csX6" fmla="*/ 392987 w 13924380"/>
              <a:gd name="csY6" fmla="*/ 6178187 h 7884392"/>
              <a:gd name="csX7" fmla="*/ 3372161 w 13924380"/>
              <a:gd name="csY7" fmla="*/ 7594033 h 7884392"/>
              <a:gd name="csX8" fmla="*/ 9094535 w 13924380"/>
              <a:gd name="csY8" fmla="*/ 7859504 h 7884392"/>
              <a:gd name="csX9" fmla="*/ 12427670 w 13924380"/>
              <a:gd name="csY9" fmla="*/ 7210575 h 7884392"/>
              <a:gd name="csX10" fmla="*/ 13607541 w 13924380"/>
              <a:gd name="csY10" fmla="*/ 4703349 h 78843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3924380" h="7884392">
                <a:moveTo>
                  <a:pt x="13607541" y="4703349"/>
                </a:moveTo>
                <a:cubicBezTo>
                  <a:pt x="13833683" y="3877439"/>
                  <a:pt x="14089322" y="3002368"/>
                  <a:pt x="13784522" y="2255116"/>
                </a:cubicBezTo>
                <a:cubicBezTo>
                  <a:pt x="13479722" y="1507864"/>
                  <a:pt x="13189670" y="583632"/>
                  <a:pt x="11778741" y="219839"/>
                </a:cubicBezTo>
                <a:cubicBezTo>
                  <a:pt x="10367812" y="-143954"/>
                  <a:pt x="7024845" y="47774"/>
                  <a:pt x="5318948" y="72355"/>
                </a:cubicBezTo>
                <a:cubicBezTo>
                  <a:pt x="3613051" y="96936"/>
                  <a:pt x="2403684" y="13362"/>
                  <a:pt x="1543361" y="367323"/>
                </a:cubicBezTo>
                <a:cubicBezTo>
                  <a:pt x="683038" y="721284"/>
                  <a:pt x="348741" y="1227646"/>
                  <a:pt x="157012" y="2196123"/>
                </a:cubicBezTo>
                <a:cubicBezTo>
                  <a:pt x="-34717" y="3164600"/>
                  <a:pt x="-142871" y="5278535"/>
                  <a:pt x="392987" y="6178187"/>
                </a:cubicBezTo>
                <a:cubicBezTo>
                  <a:pt x="928845" y="7077839"/>
                  <a:pt x="1921903" y="7313813"/>
                  <a:pt x="3372161" y="7594033"/>
                </a:cubicBezTo>
                <a:cubicBezTo>
                  <a:pt x="4822419" y="7874253"/>
                  <a:pt x="7585284" y="7923414"/>
                  <a:pt x="9094535" y="7859504"/>
                </a:cubicBezTo>
                <a:cubicBezTo>
                  <a:pt x="10603786" y="7795594"/>
                  <a:pt x="11670586" y="7731685"/>
                  <a:pt x="12427670" y="7210575"/>
                </a:cubicBezTo>
                <a:cubicBezTo>
                  <a:pt x="13184754" y="6689465"/>
                  <a:pt x="13381399" y="5529259"/>
                  <a:pt x="13607541" y="4703349"/>
                </a:cubicBezTo>
                <a:close/>
              </a:path>
            </a:pathLst>
          </a:custGeom>
          <a:solidFill>
            <a:srgbClr val="F9F6F0"/>
          </a:solidFill>
          <a:ln w="76200">
            <a:solidFill>
              <a:srgbClr val="BE8D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540A058-31CF-9CA6-2D5F-3FD82F2CFFBA}"/>
              </a:ext>
            </a:extLst>
          </p:cNvPr>
          <p:cNvSpPr/>
          <p:nvPr/>
        </p:nvSpPr>
        <p:spPr>
          <a:xfrm>
            <a:off x="12363546" y="13513409"/>
            <a:ext cx="1292171" cy="802473"/>
          </a:xfrm>
          <a:custGeom>
            <a:avLst/>
            <a:gdLst>
              <a:gd name="csX0" fmla="*/ 6194924 w 15089078"/>
              <a:gd name="csY0" fmla="*/ 328909 h 9129273"/>
              <a:gd name="csX1" fmla="*/ 1711414 w 15089078"/>
              <a:gd name="csY1" fmla="*/ 800857 h 9129273"/>
              <a:gd name="csX2" fmla="*/ 207078 w 15089078"/>
              <a:gd name="csY2" fmla="*/ 2246199 h 9129273"/>
              <a:gd name="csX3" fmla="*/ 59595 w 15089078"/>
              <a:gd name="csY3" fmla="*/ 4841915 h 9129273"/>
              <a:gd name="csX4" fmla="*/ 649530 w 15089078"/>
              <a:gd name="csY4" fmla="*/ 7703103 h 9129273"/>
              <a:gd name="csX5" fmla="*/ 3599207 w 15089078"/>
              <a:gd name="csY5" fmla="*/ 9030457 h 9129273"/>
              <a:gd name="csX6" fmla="*/ 10560446 w 15089078"/>
              <a:gd name="csY6" fmla="*/ 8794483 h 9129273"/>
              <a:gd name="csX7" fmla="*/ 14719491 w 15089078"/>
              <a:gd name="csY7" fmla="*/ 6906690 h 9129273"/>
              <a:gd name="csX8" fmla="*/ 14807982 w 15089078"/>
              <a:gd name="csY8" fmla="*/ 3131103 h 9129273"/>
              <a:gd name="csX9" fmla="*/ 14041066 w 15089078"/>
              <a:gd name="csY9" fmla="*/ 564883 h 9129273"/>
              <a:gd name="csX10" fmla="*/ 11061891 w 15089078"/>
              <a:gd name="csY10" fmla="*/ 4444 h 9129273"/>
              <a:gd name="csX11" fmla="*/ 6194924 w 15089078"/>
              <a:gd name="csY11" fmla="*/ 328909 h 91292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5089078" h="9129273">
                <a:moveTo>
                  <a:pt x="6194924" y="328909"/>
                </a:moveTo>
                <a:cubicBezTo>
                  <a:pt x="4636511" y="461645"/>
                  <a:pt x="2709388" y="481309"/>
                  <a:pt x="1711414" y="800857"/>
                </a:cubicBezTo>
                <a:cubicBezTo>
                  <a:pt x="713440" y="1120405"/>
                  <a:pt x="482381" y="1572689"/>
                  <a:pt x="207078" y="2246199"/>
                </a:cubicBezTo>
                <a:cubicBezTo>
                  <a:pt x="-68225" y="2919709"/>
                  <a:pt x="-14147" y="3932431"/>
                  <a:pt x="59595" y="4841915"/>
                </a:cubicBezTo>
                <a:cubicBezTo>
                  <a:pt x="133337" y="5751399"/>
                  <a:pt x="59595" y="7005013"/>
                  <a:pt x="649530" y="7703103"/>
                </a:cubicBezTo>
                <a:cubicBezTo>
                  <a:pt x="1239465" y="8401193"/>
                  <a:pt x="1947388" y="8848560"/>
                  <a:pt x="3599207" y="9030457"/>
                </a:cubicBezTo>
                <a:cubicBezTo>
                  <a:pt x="5251026" y="9212354"/>
                  <a:pt x="8707065" y="9148444"/>
                  <a:pt x="10560446" y="8794483"/>
                </a:cubicBezTo>
                <a:cubicBezTo>
                  <a:pt x="12413827" y="8440522"/>
                  <a:pt x="14011568" y="7850587"/>
                  <a:pt x="14719491" y="6906690"/>
                </a:cubicBezTo>
                <a:cubicBezTo>
                  <a:pt x="15427414" y="5962793"/>
                  <a:pt x="14921053" y="4188071"/>
                  <a:pt x="14807982" y="3131103"/>
                </a:cubicBezTo>
                <a:cubicBezTo>
                  <a:pt x="14694911" y="2074135"/>
                  <a:pt x="14665415" y="1085993"/>
                  <a:pt x="14041066" y="564883"/>
                </a:cubicBezTo>
                <a:cubicBezTo>
                  <a:pt x="13416718" y="43773"/>
                  <a:pt x="12364665" y="43773"/>
                  <a:pt x="11061891" y="4444"/>
                </a:cubicBezTo>
                <a:cubicBezTo>
                  <a:pt x="9759117" y="-34885"/>
                  <a:pt x="7753337" y="196173"/>
                  <a:pt x="6194924" y="328909"/>
                </a:cubicBezTo>
                <a:close/>
              </a:path>
            </a:pathLst>
          </a:custGeom>
          <a:solidFill>
            <a:srgbClr val="F9F6F0"/>
          </a:solidFill>
          <a:ln w="76200">
            <a:solidFill>
              <a:srgbClr val="BE8D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9EDFEABB-5C84-13B3-A2D3-C62E7504BAD3}"/>
              </a:ext>
            </a:extLst>
          </p:cNvPr>
          <p:cNvSpPr/>
          <p:nvPr/>
        </p:nvSpPr>
        <p:spPr>
          <a:xfrm>
            <a:off x="2967933" y="2053835"/>
            <a:ext cx="13291607" cy="6629442"/>
          </a:xfrm>
          <a:custGeom>
            <a:avLst/>
            <a:gdLst>
              <a:gd name="csX0" fmla="*/ 8444059 w 16146797"/>
              <a:gd name="csY0" fmla="*/ 7994304 h 8075215"/>
              <a:gd name="csX1" fmla="*/ 2161247 w 16146797"/>
              <a:gd name="csY1" fmla="*/ 7728833 h 8075215"/>
              <a:gd name="csX2" fmla="*/ 184963 w 16146797"/>
              <a:gd name="csY2" fmla="*/ 5339594 h 8075215"/>
              <a:gd name="csX3" fmla="*/ 361943 w 16146797"/>
              <a:gd name="csY3" fmla="*/ 1740987 h 8075215"/>
              <a:gd name="csX4" fmla="*/ 2633195 w 16146797"/>
              <a:gd name="csY4" fmla="*/ 266149 h 8075215"/>
              <a:gd name="csX5" fmla="*/ 6674253 w 16146797"/>
              <a:gd name="csY5" fmla="*/ 678 h 8075215"/>
              <a:gd name="csX6" fmla="*/ 12101659 w 16146797"/>
              <a:gd name="csY6" fmla="*/ 207155 h 8075215"/>
              <a:gd name="csX7" fmla="*/ 14815363 w 16146797"/>
              <a:gd name="csY7" fmla="*/ 708600 h 8075215"/>
              <a:gd name="csX8" fmla="*/ 16024730 w 16146797"/>
              <a:gd name="csY8" fmla="*/ 2743878 h 8075215"/>
              <a:gd name="csX9" fmla="*/ 15995234 w 16146797"/>
              <a:gd name="csY9" fmla="*/ 5192110 h 8075215"/>
              <a:gd name="csX10" fmla="*/ 15051337 w 16146797"/>
              <a:gd name="csY10" fmla="*/ 7315878 h 8075215"/>
              <a:gd name="csX11" fmla="*/ 11423234 w 16146797"/>
              <a:gd name="csY11" fmla="*/ 8023800 h 8075215"/>
              <a:gd name="csX12" fmla="*/ 8444059 w 16146797"/>
              <a:gd name="csY12" fmla="*/ 7994304 h 80752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6146797" h="8075215">
                <a:moveTo>
                  <a:pt x="8444059" y="7994304"/>
                </a:moveTo>
                <a:cubicBezTo>
                  <a:pt x="6900395" y="7945143"/>
                  <a:pt x="3537763" y="8171285"/>
                  <a:pt x="2161247" y="7728833"/>
                </a:cubicBezTo>
                <a:cubicBezTo>
                  <a:pt x="784731" y="7286381"/>
                  <a:pt x="484847" y="6337568"/>
                  <a:pt x="184963" y="5339594"/>
                </a:cubicBezTo>
                <a:cubicBezTo>
                  <a:pt x="-114921" y="4341620"/>
                  <a:pt x="-46096" y="2586561"/>
                  <a:pt x="361943" y="1740987"/>
                </a:cubicBezTo>
                <a:cubicBezTo>
                  <a:pt x="769982" y="895413"/>
                  <a:pt x="1581143" y="556200"/>
                  <a:pt x="2633195" y="266149"/>
                </a:cubicBezTo>
                <a:cubicBezTo>
                  <a:pt x="3685247" y="-23903"/>
                  <a:pt x="5096176" y="10510"/>
                  <a:pt x="6674253" y="678"/>
                </a:cubicBezTo>
                <a:cubicBezTo>
                  <a:pt x="8252330" y="-9154"/>
                  <a:pt x="10744807" y="89168"/>
                  <a:pt x="12101659" y="207155"/>
                </a:cubicBezTo>
                <a:cubicBezTo>
                  <a:pt x="13458511" y="325142"/>
                  <a:pt x="14161518" y="285813"/>
                  <a:pt x="14815363" y="708600"/>
                </a:cubicBezTo>
                <a:cubicBezTo>
                  <a:pt x="15469208" y="1131387"/>
                  <a:pt x="15828085" y="1996626"/>
                  <a:pt x="16024730" y="2743878"/>
                </a:cubicBezTo>
                <a:cubicBezTo>
                  <a:pt x="16221375" y="3491130"/>
                  <a:pt x="16157466" y="4430110"/>
                  <a:pt x="15995234" y="5192110"/>
                </a:cubicBezTo>
                <a:cubicBezTo>
                  <a:pt x="15833002" y="5954110"/>
                  <a:pt x="15813337" y="6843930"/>
                  <a:pt x="15051337" y="7315878"/>
                </a:cubicBezTo>
                <a:cubicBezTo>
                  <a:pt x="14289337" y="7787826"/>
                  <a:pt x="12529363" y="7915645"/>
                  <a:pt x="11423234" y="8023800"/>
                </a:cubicBezTo>
                <a:cubicBezTo>
                  <a:pt x="10317105" y="8131955"/>
                  <a:pt x="9987723" y="8043465"/>
                  <a:pt x="8444059" y="7994304"/>
                </a:cubicBezTo>
                <a:close/>
              </a:path>
            </a:pathLst>
          </a:custGeom>
          <a:solidFill>
            <a:srgbClr val="F9F6F0"/>
          </a:solidFill>
          <a:ln w="76200">
            <a:solidFill>
              <a:srgbClr val="BE8D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7584ABE-46AE-0DD7-7B06-1420DD9EE195}"/>
              </a:ext>
            </a:extLst>
          </p:cNvPr>
          <p:cNvSpPr/>
          <p:nvPr/>
        </p:nvSpPr>
        <p:spPr>
          <a:xfrm>
            <a:off x="8167114" y="11957220"/>
            <a:ext cx="3296093" cy="2169042"/>
          </a:xfrm>
          <a:custGeom>
            <a:avLst/>
            <a:gdLst>
              <a:gd name="csX0" fmla="*/ 0 w 3296093"/>
              <a:gd name="csY0" fmla="*/ 0 h 2169042"/>
              <a:gd name="csX1" fmla="*/ 1339702 w 3296093"/>
              <a:gd name="csY1" fmla="*/ 1637414 h 2169042"/>
              <a:gd name="csX2" fmla="*/ 3296093 w 3296093"/>
              <a:gd name="csY2" fmla="*/ 2169042 h 21690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296093" h="2169042">
                <a:moveTo>
                  <a:pt x="0" y="0"/>
                </a:moveTo>
                <a:cubicBezTo>
                  <a:pt x="395176" y="637953"/>
                  <a:pt x="790353" y="1275907"/>
                  <a:pt x="1339702" y="1637414"/>
                </a:cubicBezTo>
                <a:cubicBezTo>
                  <a:pt x="1889051" y="1998921"/>
                  <a:pt x="2592572" y="2083981"/>
                  <a:pt x="3296093" y="2169042"/>
                </a:cubicBezTo>
              </a:path>
            </a:pathLst>
          </a:custGeom>
          <a:noFill/>
          <a:ln w="57150">
            <a:solidFill>
              <a:srgbClr val="5056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7E4AAE06-99F1-C5E4-4100-5DB0234EE635}"/>
              </a:ext>
            </a:extLst>
          </p:cNvPr>
          <p:cNvSpPr/>
          <p:nvPr/>
        </p:nvSpPr>
        <p:spPr>
          <a:xfrm rot="-1567435">
            <a:off x="-1208250" y="10709411"/>
            <a:ext cx="1553066" cy="1643456"/>
          </a:xfrm>
          <a:custGeom>
            <a:avLst/>
            <a:gdLst/>
            <a:ahLst/>
            <a:cxnLst/>
            <a:rect l="l" t="t" r="r" b="b"/>
            <a:pathLst>
              <a:path w="3319486" h="3512683">
                <a:moveTo>
                  <a:pt x="0" y="0"/>
                </a:moveTo>
                <a:lnTo>
                  <a:pt x="3319486" y="0"/>
                </a:lnTo>
                <a:lnTo>
                  <a:pt x="3319486" y="3512683"/>
                </a:lnTo>
                <a:lnTo>
                  <a:pt x="0" y="35126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F5E855D5-9089-8240-F6BB-115D95098CDC}"/>
              </a:ext>
            </a:extLst>
          </p:cNvPr>
          <p:cNvSpPr/>
          <p:nvPr/>
        </p:nvSpPr>
        <p:spPr>
          <a:xfrm rot="-10800000" flipV="1">
            <a:off x="15364450" y="8241072"/>
            <a:ext cx="4786906" cy="3378371"/>
          </a:xfrm>
          <a:custGeom>
            <a:avLst/>
            <a:gdLst/>
            <a:ahLst/>
            <a:cxnLst/>
            <a:rect l="l" t="t" r="r" b="b"/>
            <a:pathLst>
              <a:path w="5636712" h="4114800">
                <a:moveTo>
                  <a:pt x="0" y="4114800"/>
                </a:moveTo>
                <a:lnTo>
                  <a:pt x="5636712" y="4114800"/>
                </a:lnTo>
                <a:lnTo>
                  <a:pt x="5636712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5442F496-F188-D430-67B7-AF85C6CA4FC3}"/>
              </a:ext>
            </a:extLst>
          </p:cNvPr>
          <p:cNvSpPr/>
          <p:nvPr/>
        </p:nvSpPr>
        <p:spPr>
          <a:xfrm rot="-10800000" flipH="1">
            <a:off x="-625138" y="-543495"/>
            <a:ext cx="3830522" cy="2389787"/>
          </a:xfrm>
          <a:custGeom>
            <a:avLst/>
            <a:gdLst/>
            <a:ahLst/>
            <a:cxnLst/>
            <a:rect l="l" t="t" r="r" b="b"/>
            <a:pathLst>
              <a:path w="5636712" h="4114800">
                <a:moveTo>
                  <a:pt x="5636712" y="0"/>
                </a:moveTo>
                <a:lnTo>
                  <a:pt x="0" y="0"/>
                </a:lnTo>
                <a:lnTo>
                  <a:pt x="0" y="4114800"/>
                </a:lnTo>
                <a:lnTo>
                  <a:pt x="5636712" y="4114800"/>
                </a:lnTo>
                <a:lnTo>
                  <a:pt x="563671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6326FE68-940A-1691-6BED-158007161513}"/>
              </a:ext>
            </a:extLst>
          </p:cNvPr>
          <p:cNvSpPr/>
          <p:nvPr/>
        </p:nvSpPr>
        <p:spPr>
          <a:xfrm rot="900000">
            <a:off x="19461455" y="-569463"/>
            <a:ext cx="1185747" cy="1062726"/>
          </a:xfrm>
          <a:custGeom>
            <a:avLst/>
            <a:gdLst/>
            <a:ahLst/>
            <a:cxnLst/>
            <a:rect l="l" t="t" r="r" b="b"/>
            <a:pathLst>
              <a:path w="3585289" h="3213315">
                <a:moveTo>
                  <a:pt x="0" y="0"/>
                </a:moveTo>
                <a:lnTo>
                  <a:pt x="3585289" y="0"/>
                </a:lnTo>
                <a:lnTo>
                  <a:pt x="3585289" y="3213315"/>
                </a:lnTo>
                <a:lnTo>
                  <a:pt x="0" y="32133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EB2791D1-D239-113A-70A4-5B54DDBE7938}"/>
              </a:ext>
            </a:extLst>
          </p:cNvPr>
          <p:cNvSpPr/>
          <p:nvPr/>
        </p:nvSpPr>
        <p:spPr>
          <a:xfrm rot="-1242283">
            <a:off x="18009795" y="3210659"/>
            <a:ext cx="556410" cy="597487"/>
          </a:xfrm>
          <a:custGeom>
            <a:avLst/>
            <a:gdLst/>
            <a:ahLst/>
            <a:cxnLst/>
            <a:rect l="l" t="t" r="r" b="b"/>
            <a:pathLst>
              <a:path w="642325" h="689745">
                <a:moveTo>
                  <a:pt x="0" y="0"/>
                </a:moveTo>
                <a:lnTo>
                  <a:pt x="642325" y="0"/>
                </a:lnTo>
                <a:lnTo>
                  <a:pt x="642325" y="689745"/>
                </a:lnTo>
                <a:lnTo>
                  <a:pt x="0" y="6897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3A4C75A9-BD04-5EDC-460B-D4C8E154034F}"/>
              </a:ext>
            </a:extLst>
          </p:cNvPr>
          <p:cNvSpPr/>
          <p:nvPr/>
        </p:nvSpPr>
        <p:spPr>
          <a:xfrm rot="-1242283">
            <a:off x="2715359" y="9758307"/>
            <a:ext cx="642325" cy="689745"/>
          </a:xfrm>
          <a:custGeom>
            <a:avLst/>
            <a:gdLst/>
            <a:ahLst/>
            <a:cxnLst/>
            <a:rect l="l" t="t" r="r" b="b"/>
            <a:pathLst>
              <a:path w="642325" h="689745">
                <a:moveTo>
                  <a:pt x="0" y="0"/>
                </a:moveTo>
                <a:lnTo>
                  <a:pt x="642326" y="0"/>
                </a:lnTo>
                <a:lnTo>
                  <a:pt x="642326" y="689746"/>
                </a:lnTo>
                <a:lnTo>
                  <a:pt x="0" y="6897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2E0FF9E2-D448-A3D6-F541-35A2DE6EEE1F}"/>
              </a:ext>
            </a:extLst>
          </p:cNvPr>
          <p:cNvSpPr/>
          <p:nvPr/>
        </p:nvSpPr>
        <p:spPr>
          <a:xfrm rot="1958843">
            <a:off x="760731" y="2940927"/>
            <a:ext cx="1058785" cy="1136951"/>
          </a:xfrm>
          <a:custGeom>
            <a:avLst/>
            <a:gdLst/>
            <a:ahLst/>
            <a:cxnLst/>
            <a:rect l="l" t="t" r="r" b="b"/>
            <a:pathLst>
              <a:path w="1058785" h="1136951">
                <a:moveTo>
                  <a:pt x="0" y="0"/>
                </a:moveTo>
                <a:lnTo>
                  <a:pt x="1058786" y="0"/>
                </a:lnTo>
                <a:lnTo>
                  <a:pt x="1058786" y="1136951"/>
                </a:lnTo>
                <a:lnTo>
                  <a:pt x="0" y="11369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E3FC85D-4131-1A60-22B2-A85A05D22E6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-6031283" y="4214694"/>
            <a:ext cx="9546473" cy="1046795"/>
          </a:xfrm>
          <a:prstGeom prst="rect">
            <a:avLst/>
          </a:prstGeom>
        </p:spPr>
      </p:pic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ABAAE688-76EF-7A05-E843-78931F1E6F11}"/>
              </a:ext>
            </a:extLst>
          </p:cNvPr>
          <p:cNvSpPr/>
          <p:nvPr/>
        </p:nvSpPr>
        <p:spPr>
          <a:xfrm rot="21039325">
            <a:off x="7633364" y="9092340"/>
            <a:ext cx="2806996" cy="2062716"/>
          </a:xfrm>
          <a:custGeom>
            <a:avLst/>
            <a:gdLst>
              <a:gd name="csX0" fmla="*/ 0 w 2806996"/>
              <a:gd name="csY0" fmla="*/ 2062716 h 2062716"/>
              <a:gd name="csX1" fmla="*/ 1254642 w 2806996"/>
              <a:gd name="csY1" fmla="*/ 489097 h 2062716"/>
              <a:gd name="csX2" fmla="*/ 2806996 w 2806996"/>
              <a:gd name="csY2" fmla="*/ 0 h 2062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806996" h="2062716">
                <a:moveTo>
                  <a:pt x="0" y="2062716"/>
                </a:moveTo>
                <a:cubicBezTo>
                  <a:pt x="393404" y="1447799"/>
                  <a:pt x="786809" y="832883"/>
                  <a:pt x="1254642" y="489097"/>
                </a:cubicBezTo>
                <a:cubicBezTo>
                  <a:pt x="1722475" y="145311"/>
                  <a:pt x="2264735" y="72655"/>
                  <a:pt x="2806996" y="0"/>
                </a:cubicBezTo>
              </a:path>
            </a:pathLst>
          </a:custGeom>
          <a:noFill/>
          <a:ln w="57150">
            <a:solidFill>
              <a:srgbClr val="5056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F03236CE-EB4B-636D-9E04-BEBC3A6FB20C}"/>
              </a:ext>
            </a:extLst>
          </p:cNvPr>
          <p:cNvSpPr/>
          <p:nvPr/>
        </p:nvSpPr>
        <p:spPr>
          <a:xfrm>
            <a:off x="4934251" y="13075324"/>
            <a:ext cx="2232838" cy="1850066"/>
          </a:xfrm>
          <a:custGeom>
            <a:avLst/>
            <a:gdLst>
              <a:gd name="csX0" fmla="*/ 2232838 w 2232838"/>
              <a:gd name="csY0" fmla="*/ 0 h 1850066"/>
              <a:gd name="csX1" fmla="*/ 1531089 w 2232838"/>
              <a:gd name="csY1" fmla="*/ 1339703 h 1850066"/>
              <a:gd name="csX2" fmla="*/ 0 w 2232838"/>
              <a:gd name="csY2" fmla="*/ 1850066 h 18500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232838" h="1850066">
                <a:moveTo>
                  <a:pt x="2232838" y="0"/>
                </a:moveTo>
                <a:cubicBezTo>
                  <a:pt x="2068033" y="515679"/>
                  <a:pt x="1903229" y="1031359"/>
                  <a:pt x="1531089" y="1339703"/>
                </a:cubicBezTo>
                <a:cubicBezTo>
                  <a:pt x="1158949" y="1648047"/>
                  <a:pt x="0" y="1850066"/>
                  <a:pt x="0" y="1850066"/>
                </a:cubicBezTo>
              </a:path>
            </a:pathLst>
          </a:custGeom>
          <a:noFill/>
          <a:ln w="57150">
            <a:solidFill>
              <a:srgbClr val="5056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43E73408-2B21-54C1-9839-E57884D2BB60}"/>
              </a:ext>
            </a:extLst>
          </p:cNvPr>
          <p:cNvSpPr/>
          <p:nvPr/>
        </p:nvSpPr>
        <p:spPr>
          <a:xfrm>
            <a:off x="5177593" y="10533343"/>
            <a:ext cx="5428848" cy="2813570"/>
          </a:xfrm>
          <a:custGeom>
            <a:avLst/>
            <a:gdLst/>
            <a:ahLst/>
            <a:cxnLst/>
            <a:rect l="l" t="t" r="r" b="b"/>
            <a:pathLst>
              <a:path w="13632925" h="7600356">
                <a:moveTo>
                  <a:pt x="0" y="0"/>
                </a:moveTo>
                <a:lnTo>
                  <a:pt x="13632924" y="0"/>
                </a:lnTo>
                <a:lnTo>
                  <a:pt x="13632924" y="7600355"/>
                </a:lnTo>
                <a:lnTo>
                  <a:pt x="0" y="760035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467052BB-DF55-7DB3-E59C-EC35D03C765B}"/>
              </a:ext>
            </a:extLst>
          </p:cNvPr>
          <p:cNvSpPr/>
          <p:nvPr/>
        </p:nvSpPr>
        <p:spPr>
          <a:xfrm rot="1958843">
            <a:off x="5125387" y="10457529"/>
            <a:ext cx="1058785" cy="1136951"/>
          </a:xfrm>
          <a:custGeom>
            <a:avLst/>
            <a:gdLst/>
            <a:ahLst/>
            <a:cxnLst/>
            <a:rect l="l" t="t" r="r" b="b"/>
            <a:pathLst>
              <a:path w="1058785" h="1136951">
                <a:moveTo>
                  <a:pt x="0" y="0"/>
                </a:moveTo>
                <a:lnTo>
                  <a:pt x="1058785" y="0"/>
                </a:lnTo>
                <a:lnTo>
                  <a:pt x="1058785" y="1136951"/>
                </a:lnTo>
                <a:lnTo>
                  <a:pt x="0" y="11369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3FD6A12-858E-B563-EF44-F3029F6077E5}"/>
              </a:ext>
            </a:extLst>
          </p:cNvPr>
          <p:cNvSpPr txBox="1"/>
          <p:nvPr/>
        </p:nvSpPr>
        <p:spPr>
          <a:xfrm>
            <a:off x="5654780" y="10881004"/>
            <a:ext cx="4684425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vi-VN" sz="6000">
                <a:solidFill>
                  <a:srgbClr val="50564F"/>
                </a:solidFill>
                <a:latin typeface="iCiel Soup of Justice" pitchFamily="2" charset="0"/>
                <a:ea typeface="Genty"/>
                <a:cs typeface="Genty"/>
                <a:sym typeface="Genty"/>
              </a:rPr>
              <a:t>Các chức năng chính</a:t>
            </a:r>
            <a:endParaRPr lang="en-US" sz="6000">
              <a:solidFill>
                <a:srgbClr val="50564F"/>
              </a:solidFill>
              <a:latin typeface="iCiel Soup of Justice" pitchFamily="2" charset="0"/>
              <a:ea typeface="Genty"/>
              <a:cs typeface="Genty"/>
              <a:sym typeface="Genty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2B2CDF86-328E-D9EF-CBA6-D099499FEB43}"/>
              </a:ext>
            </a:extLst>
          </p:cNvPr>
          <p:cNvSpPr/>
          <p:nvPr/>
        </p:nvSpPr>
        <p:spPr>
          <a:xfrm rot="299095">
            <a:off x="9903633" y="7807667"/>
            <a:ext cx="4444503" cy="2229807"/>
          </a:xfrm>
          <a:custGeom>
            <a:avLst/>
            <a:gdLst>
              <a:gd name="csX0" fmla="*/ 2064405 w 4348049"/>
              <a:gd name="csY0" fmla="*/ 223872 h 2032927"/>
              <a:gd name="csX1" fmla="*/ 660907 w 4348049"/>
              <a:gd name="csY1" fmla="*/ 308933 h 2032927"/>
              <a:gd name="csX2" fmla="*/ 22953 w 4348049"/>
              <a:gd name="csY2" fmla="*/ 946886 h 2032927"/>
              <a:gd name="csX3" fmla="*/ 341930 w 4348049"/>
              <a:gd name="csY3" fmla="*/ 1988877 h 2032927"/>
              <a:gd name="csX4" fmla="*/ 2170730 w 4348049"/>
              <a:gd name="csY4" fmla="*/ 1797491 h 2032927"/>
              <a:gd name="csX5" fmla="*/ 4148386 w 4348049"/>
              <a:gd name="csY5" fmla="*/ 1414719 h 2032927"/>
              <a:gd name="csX6" fmla="*/ 4169651 w 4348049"/>
              <a:gd name="csY6" fmla="*/ 585379 h 2032927"/>
              <a:gd name="csX7" fmla="*/ 3170191 w 4348049"/>
              <a:gd name="csY7" fmla="*/ 11221 h 2032927"/>
              <a:gd name="csX8" fmla="*/ 2064405 w 4348049"/>
              <a:gd name="csY8" fmla="*/ 223872 h 20329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348049" h="2032927">
                <a:moveTo>
                  <a:pt x="2064405" y="223872"/>
                </a:moveTo>
                <a:cubicBezTo>
                  <a:pt x="1646191" y="273491"/>
                  <a:pt x="1001149" y="188431"/>
                  <a:pt x="660907" y="308933"/>
                </a:cubicBezTo>
                <a:cubicBezTo>
                  <a:pt x="320665" y="429435"/>
                  <a:pt x="76116" y="666895"/>
                  <a:pt x="22953" y="946886"/>
                </a:cubicBezTo>
                <a:cubicBezTo>
                  <a:pt x="-30210" y="1226877"/>
                  <a:pt x="-16033" y="1847109"/>
                  <a:pt x="341930" y="1988877"/>
                </a:cubicBezTo>
                <a:cubicBezTo>
                  <a:pt x="699893" y="2130645"/>
                  <a:pt x="1536321" y="1893184"/>
                  <a:pt x="2170730" y="1797491"/>
                </a:cubicBezTo>
                <a:cubicBezTo>
                  <a:pt x="2805139" y="1701798"/>
                  <a:pt x="3815233" y="1616738"/>
                  <a:pt x="4148386" y="1414719"/>
                </a:cubicBezTo>
                <a:cubicBezTo>
                  <a:pt x="4481539" y="1212700"/>
                  <a:pt x="4332684" y="819295"/>
                  <a:pt x="4169651" y="585379"/>
                </a:cubicBezTo>
                <a:cubicBezTo>
                  <a:pt x="4006618" y="351463"/>
                  <a:pt x="3517521" y="75016"/>
                  <a:pt x="3170191" y="11221"/>
                </a:cubicBezTo>
                <a:cubicBezTo>
                  <a:pt x="2822861" y="-52574"/>
                  <a:pt x="2482619" y="174253"/>
                  <a:pt x="2064405" y="223872"/>
                </a:cubicBezTo>
                <a:close/>
              </a:path>
            </a:pathLst>
          </a:custGeom>
          <a:solidFill>
            <a:srgbClr val="F4E8D3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617D7C02-A9BA-1E14-30C0-E139FCB26971}"/>
              </a:ext>
            </a:extLst>
          </p:cNvPr>
          <p:cNvSpPr/>
          <p:nvPr/>
        </p:nvSpPr>
        <p:spPr>
          <a:xfrm>
            <a:off x="10881681" y="13075324"/>
            <a:ext cx="4255902" cy="2292220"/>
          </a:xfrm>
          <a:custGeom>
            <a:avLst/>
            <a:gdLst>
              <a:gd name="csX0" fmla="*/ 2067015 w 4255902"/>
              <a:gd name="csY0" fmla="*/ 88377 h 2292220"/>
              <a:gd name="csX1" fmla="*/ 2003219 w 4255902"/>
              <a:gd name="csY1" fmla="*/ 67112 h 2292220"/>
              <a:gd name="csX2" fmla="*/ 748577 w 4255902"/>
              <a:gd name="csY2" fmla="*/ 215968 h 2292220"/>
              <a:gd name="csX3" fmla="*/ 89359 w 4255902"/>
              <a:gd name="csY3" fmla="*/ 811391 h 2292220"/>
              <a:gd name="csX4" fmla="*/ 259480 w 4255902"/>
              <a:gd name="csY4" fmla="*/ 2023503 h 2292220"/>
              <a:gd name="csX5" fmla="*/ 2385991 w 4255902"/>
              <a:gd name="csY5" fmla="*/ 2257419 h 2292220"/>
              <a:gd name="csX6" fmla="*/ 4129731 w 4255902"/>
              <a:gd name="csY6" fmla="*/ 1491875 h 2292220"/>
              <a:gd name="csX7" fmla="*/ 3895815 w 4255902"/>
              <a:gd name="csY7" fmla="*/ 109642 h 2292220"/>
              <a:gd name="csX8" fmla="*/ 2067015 w 4255902"/>
              <a:gd name="csY8" fmla="*/ 88377 h 22922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255902" h="2292220">
                <a:moveTo>
                  <a:pt x="2067015" y="88377"/>
                </a:moveTo>
                <a:cubicBezTo>
                  <a:pt x="1751582" y="81289"/>
                  <a:pt x="2222959" y="45847"/>
                  <a:pt x="2003219" y="67112"/>
                </a:cubicBezTo>
                <a:cubicBezTo>
                  <a:pt x="1783479" y="88377"/>
                  <a:pt x="1067554" y="91922"/>
                  <a:pt x="748577" y="215968"/>
                </a:cubicBezTo>
                <a:cubicBezTo>
                  <a:pt x="429600" y="340014"/>
                  <a:pt x="170875" y="510135"/>
                  <a:pt x="89359" y="811391"/>
                </a:cubicBezTo>
                <a:cubicBezTo>
                  <a:pt x="7843" y="1112647"/>
                  <a:pt x="-123292" y="1782498"/>
                  <a:pt x="259480" y="2023503"/>
                </a:cubicBezTo>
                <a:cubicBezTo>
                  <a:pt x="642252" y="2264508"/>
                  <a:pt x="1740949" y="2346024"/>
                  <a:pt x="2385991" y="2257419"/>
                </a:cubicBezTo>
                <a:cubicBezTo>
                  <a:pt x="3031033" y="2168814"/>
                  <a:pt x="3878094" y="1849838"/>
                  <a:pt x="4129731" y="1491875"/>
                </a:cubicBezTo>
                <a:cubicBezTo>
                  <a:pt x="4381368" y="1133912"/>
                  <a:pt x="4232513" y="347103"/>
                  <a:pt x="3895815" y="109642"/>
                </a:cubicBezTo>
                <a:cubicBezTo>
                  <a:pt x="3559117" y="-127819"/>
                  <a:pt x="2382448" y="95465"/>
                  <a:pt x="2067015" y="88377"/>
                </a:cubicBezTo>
                <a:close/>
              </a:path>
            </a:pathLst>
          </a:custGeom>
          <a:solidFill>
            <a:srgbClr val="F4E8D3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6409E31-1CAC-60C9-58F2-066DBEAAB7D9}"/>
              </a:ext>
            </a:extLst>
          </p:cNvPr>
          <p:cNvSpPr/>
          <p:nvPr/>
        </p:nvSpPr>
        <p:spPr>
          <a:xfrm>
            <a:off x="856402" y="13893984"/>
            <a:ext cx="4786907" cy="2292220"/>
          </a:xfrm>
          <a:custGeom>
            <a:avLst/>
            <a:gdLst>
              <a:gd name="csX0" fmla="*/ 1961663 w 4308532"/>
              <a:gd name="csY0" fmla="*/ 47 h 2149519"/>
              <a:gd name="csX1" fmla="*/ 430574 w 4308532"/>
              <a:gd name="csY1" fmla="*/ 425350 h 2149519"/>
              <a:gd name="csX2" fmla="*/ 111598 w 4308532"/>
              <a:gd name="csY2" fmla="*/ 1467341 h 2149519"/>
              <a:gd name="csX3" fmla="*/ 2089253 w 4308532"/>
              <a:gd name="csY3" fmla="*/ 2147824 h 2149519"/>
              <a:gd name="csX4" fmla="*/ 4151970 w 4308532"/>
              <a:gd name="csY4" fmla="*/ 1275954 h 2149519"/>
              <a:gd name="csX5" fmla="*/ 3918053 w 4308532"/>
              <a:gd name="csY5" fmla="*/ 404085 h 2149519"/>
              <a:gd name="csX6" fmla="*/ 1961663 w 4308532"/>
              <a:gd name="csY6" fmla="*/ 47 h 21495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308532" h="2149519">
                <a:moveTo>
                  <a:pt x="1961663" y="47"/>
                </a:moveTo>
                <a:cubicBezTo>
                  <a:pt x="1380416" y="3591"/>
                  <a:pt x="738918" y="180801"/>
                  <a:pt x="430574" y="425350"/>
                </a:cubicBezTo>
                <a:cubicBezTo>
                  <a:pt x="122230" y="669899"/>
                  <a:pt x="-164848" y="1180262"/>
                  <a:pt x="111598" y="1467341"/>
                </a:cubicBezTo>
                <a:cubicBezTo>
                  <a:pt x="388044" y="1754420"/>
                  <a:pt x="1415858" y="2179722"/>
                  <a:pt x="2089253" y="2147824"/>
                </a:cubicBezTo>
                <a:cubicBezTo>
                  <a:pt x="2762648" y="2115926"/>
                  <a:pt x="3847170" y="1566577"/>
                  <a:pt x="4151970" y="1275954"/>
                </a:cubicBezTo>
                <a:cubicBezTo>
                  <a:pt x="4456770" y="985331"/>
                  <a:pt x="4283104" y="616736"/>
                  <a:pt x="3918053" y="404085"/>
                </a:cubicBezTo>
                <a:cubicBezTo>
                  <a:pt x="3553002" y="191434"/>
                  <a:pt x="2542910" y="-3497"/>
                  <a:pt x="1961663" y="47"/>
                </a:cubicBezTo>
                <a:close/>
              </a:path>
            </a:pathLst>
          </a:custGeom>
          <a:solidFill>
            <a:srgbClr val="F4E8D3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8">
            <a:extLst>
              <a:ext uri="{FF2B5EF4-FFF2-40B4-BE49-F238E27FC236}">
                <a16:creationId xmlns:a16="http://schemas.microsoft.com/office/drawing/2014/main" id="{98AFBBD3-A3E9-769A-5F04-FD7FCC358550}"/>
              </a:ext>
            </a:extLst>
          </p:cNvPr>
          <p:cNvSpPr txBox="1"/>
          <p:nvPr/>
        </p:nvSpPr>
        <p:spPr>
          <a:xfrm>
            <a:off x="1239110" y="14232953"/>
            <a:ext cx="3806836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vi-VN" sz="4800">
                <a:solidFill>
                  <a:srgbClr val="50564F"/>
                </a:solidFill>
                <a:latin typeface="iCiel Soup of Justice" pitchFamily="2" charset="0"/>
                <a:ea typeface="Segoe UI Black" panose="020B0A02040204020203" pitchFamily="34" charset="0"/>
                <a:cs typeface="Genty"/>
                <a:sym typeface="Genty"/>
              </a:rPr>
              <a:t>hệ thống và bảo mật</a:t>
            </a:r>
            <a:endParaRPr lang="en-US" sz="4800">
              <a:solidFill>
                <a:srgbClr val="50564F"/>
              </a:solidFill>
              <a:latin typeface="iCiel Soup of Justice" pitchFamily="2" charset="0"/>
              <a:ea typeface="Segoe UI Black" panose="020B0A02040204020203" pitchFamily="34" charset="0"/>
              <a:cs typeface="Genty"/>
              <a:sym typeface="Genty"/>
            </a:endParaRPr>
          </a:p>
        </p:txBody>
      </p:sp>
      <p:sp>
        <p:nvSpPr>
          <p:cNvPr id="36" name="TextBox 8">
            <a:extLst>
              <a:ext uri="{FF2B5EF4-FFF2-40B4-BE49-F238E27FC236}">
                <a16:creationId xmlns:a16="http://schemas.microsoft.com/office/drawing/2014/main" id="{02A5F783-FBE2-E52F-C877-F872879F492C}"/>
              </a:ext>
            </a:extLst>
          </p:cNvPr>
          <p:cNvSpPr txBox="1"/>
          <p:nvPr/>
        </p:nvSpPr>
        <p:spPr>
          <a:xfrm>
            <a:off x="10017711" y="8045271"/>
            <a:ext cx="3806836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vi-VN" sz="4800">
                <a:solidFill>
                  <a:srgbClr val="50564F"/>
                </a:solidFill>
                <a:latin typeface="iCiel Soup of Justice" pitchFamily="2" charset="0"/>
                <a:ea typeface="Segoe UI Black" panose="020B0A02040204020203" pitchFamily="34" charset="0"/>
                <a:cs typeface="Genty"/>
                <a:sym typeface="Genty"/>
              </a:rPr>
              <a:t>dành cho quản lý</a:t>
            </a:r>
            <a:endParaRPr lang="en-US" sz="4800">
              <a:solidFill>
                <a:srgbClr val="50564F"/>
              </a:solidFill>
              <a:latin typeface="iCiel Soup of Justice" pitchFamily="2" charset="0"/>
              <a:ea typeface="Segoe UI Black" panose="020B0A02040204020203" pitchFamily="34" charset="0"/>
              <a:cs typeface="Genty"/>
              <a:sym typeface="Genty"/>
            </a:endParaRPr>
          </a:p>
        </p:txBody>
      </p:sp>
      <p:sp>
        <p:nvSpPr>
          <p:cNvPr id="39" name="TextBox 8">
            <a:extLst>
              <a:ext uri="{FF2B5EF4-FFF2-40B4-BE49-F238E27FC236}">
                <a16:creationId xmlns:a16="http://schemas.microsoft.com/office/drawing/2014/main" id="{2D68059B-3DBE-57C6-5978-B366A8C9E5EC}"/>
              </a:ext>
            </a:extLst>
          </p:cNvPr>
          <p:cNvSpPr txBox="1"/>
          <p:nvPr/>
        </p:nvSpPr>
        <p:spPr>
          <a:xfrm>
            <a:off x="11118259" y="13375639"/>
            <a:ext cx="3806836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vi-VN" sz="4800">
                <a:solidFill>
                  <a:srgbClr val="50564F"/>
                </a:solidFill>
                <a:latin typeface="iCiel Soup of Justice" pitchFamily="2" charset="0"/>
                <a:ea typeface="Segoe UI Black" panose="020B0A02040204020203" pitchFamily="34" charset="0"/>
                <a:cs typeface="Genty"/>
                <a:sym typeface="Genty"/>
              </a:rPr>
              <a:t>dành cho nhân viên</a:t>
            </a:r>
            <a:endParaRPr lang="en-US" sz="4800">
              <a:solidFill>
                <a:srgbClr val="50564F"/>
              </a:solidFill>
              <a:latin typeface="iCiel Soup of Justice" pitchFamily="2" charset="0"/>
              <a:ea typeface="Segoe UI Black" panose="020B0A02040204020203" pitchFamily="34" charset="0"/>
              <a:cs typeface="Genty"/>
              <a:sym typeface="Genty"/>
            </a:endParaRPr>
          </a:p>
        </p:txBody>
      </p:sp>
      <p:sp>
        <p:nvSpPr>
          <p:cNvPr id="40" name="Freeform 9">
            <a:extLst>
              <a:ext uri="{FF2B5EF4-FFF2-40B4-BE49-F238E27FC236}">
                <a16:creationId xmlns:a16="http://schemas.microsoft.com/office/drawing/2014/main" id="{EFCD126A-459A-D0E2-BAD7-C89B659B332B}"/>
              </a:ext>
            </a:extLst>
          </p:cNvPr>
          <p:cNvSpPr/>
          <p:nvPr/>
        </p:nvSpPr>
        <p:spPr>
          <a:xfrm rot="20357717">
            <a:off x="7392082" y="-208990"/>
            <a:ext cx="437496" cy="469794"/>
          </a:xfrm>
          <a:custGeom>
            <a:avLst/>
            <a:gdLst/>
            <a:ahLst/>
            <a:cxnLst/>
            <a:rect l="l" t="t" r="r" b="b"/>
            <a:pathLst>
              <a:path w="642325" h="689745">
                <a:moveTo>
                  <a:pt x="0" y="0"/>
                </a:moveTo>
                <a:lnTo>
                  <a:pt x="642325" y="0"/>
                </a:lnTo>
                <a:lnTo>
                  <a:pt x="642325" y="689745"/>
                </a:lnTo>
                <a:lnTo>
                  <a:pt x="0" y="6897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1D2856-04DC-FB85-24E3-59BA1668675D}"/>
              </a:ext>
            </a:extLst>
          </p:cNvPr>
          <p:cNvSpPr txBox="1"/>
          <p:nvPr/>
        </p:nvSpPr>
        <p:spPr>
          <a:xfrm>
            <a:off x="4894970" y="3178080"/>
            <a:ext cx="981719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vi-VN" sz="4000" b="1">
                <a:solidFill>
                  <a:srgbClr val="46281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- Quản lý nhân viên.</a:t>
            </a:r>
          </a:p>
          <a:p>
            <a:pPr algn="just"/>
            <a:r>
              <a:rPr lang="vi-VN" sz="4000" b="1">
                <a:solidFill>
                  <a:srgbClr val="46281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- Quản lý khách hàng.</a:t>
            </a:r>
          </a:p>
          <a:p>
            <a:pPr algn="just"/>
            <a:r>
              <a:rPr lang="vi-VN" sz="4000" b="1">
                <a:solidFill>
                  <a:srgbClr val="46281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- Quản lý thực đơn.</a:t>
            </a:r>
          </a:p>
          <a:p>
            <a:pPr algn="just"/>
            <a:r>
              <a:rPr lang="vi-VN" sz="4000" b="1">
                <a:solidFill>
                  <a:srgbClr val="46281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- Quản lý kho hàng.</a:t>
            </a:r>
          </a:p>
          <a:p>
            <a:pPr marL="571500" indent="-571500" algn="just">
              <a:buFontTx/>
              <a:buChar char="-"/>
            </a:pPr>
            <a:r>
              <a:rPr lang="vi-VN" sz="4000" b="1">
                <a:solidFill>
                  <a:srgbClr val="46281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Quản lý mã giảm giá.</a:t>
            </a:r>
          </a:p>
          <a:p>
            <a:pPr marL="571500" indent="-571500" algn="just">
              <a:buFontTx/>
              <a:buChar char="-"/>
            </a:pPr>
            <a:r>
              <a:rPr lang="vi-VN" sz="4000" b="1">
                <a:solidFill>
                  <a:srgbClr val="46281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Quản lý lịch sử bán hàng.</a:t>
            </a:r>
          </a:p>
          <a:p>
            <a:pPr marL="571500" indent="-571500" algn="just">
              <a:buFontTx/>
              <a:buChar char="-"/>
            </a:pPr>
            <a:r>
              <a:rPr lang="vi-VN" sz="4000" b="1">
                <a:solidFill>
                  <a:srgbClr val="46281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Thống kê doanh thu.</a:t>
            </a:r>
          </a:p>
        </p:txBody>
      </p:sp>
    </p:spTree>
    <p:extLst>
      <p:ext uri="{BB962C8B-B14F-4D97-AF65-F5344CB8AC3E}">
        <p14:creationId xmlns:p14="http://schemas.microsoft.com/office/powerpoint/2010/main" val="38213447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BD7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22C01C-E036-C8CA-EF4A-003DCE917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52522DB-F30A-8B62-02CC-D85B23C7F2EC}"/>
              </a:ext>
            </a:extLst>
          </p:cNvPr>
          <p:cNvSpPr/>
          <p:nvPr/>
        </p:nvSpPr>
        <p:spPr>
          <a:xfrm>
            <a:off x="12399683" y="1609943"/>
            <a:ext cx="1386044" cy="691316"/>
          </a:xfrm>
          <a:custGeom>
            <a:avLst/>
            <a:gdLst>
              <a:gd name="csX0" fmla="*/ 8444059 w 16146797"/>
              <a:gd name="csY0" fmla="*/ 7994304 h 8075215"/>
              <a:gd name="csX1" fmla="*/ 2161247 w 16146797"/>
              <a:gd name="csY1" fmla="*/ 7728833 h 8075215"/>
              <a:gd name="csX2" fmla="*/ 184963 w 16146797"/>
              <a:gd name="csY2" fmla="*/ 5339594 h 8075215"/>
              <a:gd name="csX3" fmla="*/ 361943 w 16146797"/>
              <a:gd name="csY3" fmla="*/ 1740987 h 8075215"/>
              <a:gd name="csX4" fmla="*/ 2633195 w 16146797"/>
              <a:gd name="csY4" fmla="*/ 266149 h 8075215"/>
              <a:gd name="csX5" fmla="*/ 6674253 w 16146797"/>
              <a:gd name="csY5" fmla="*/ 678 h 8075215"/>
              <a:gd name="csX6" fmla="*/ 12101659 w 16146797"/>
              <a:gd name="csY6" fmla="*/ 207155 h 8075215"/>
              <a:gd name="csX7" fmla="*/ 14815363 w 16146797"/>
              <a:gd name="csY7" fmla="*/ 708600 h 8075215"/>
              <a:gd name="csX8" fmla="*/ 16024730 w 16146797"/>
              <a:gd name="csY8" fmla="*/ 2743878 h 8075215"/>
              <a:gd name="csX9" fmla="*/ 15995234 w 16146797"/>
              <a:gd name="csY9" fmla="*/ 5192110 h 8075215"/>
              <a:gd name="csX10" fmla="*/ 15051337 w 16146797"/>
              <a:gd name="csY10" fmla="*/ 7315878 h 8075215"/>
              <a:gd name="csX11" fmla="*/ 11423234 w 16146797"/>
              <a:gd name="csY11" fmla="*/ 8023800 h 8075215"/>
              <a:gd name="csX12" fmla="*/ 8444059 w 16146797"/>
              <a:gd name="csY12" fmla="*/ 7994304 h 80752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6146797" h="8075215">
                <a:moveTo>
                  <a:pt x="8444059" y="7994304"/>
                </a:moveTo>
                <a:cubicBezTo>
                  <a:pt x="6900395" y="7945143"/>
                  <a:pt x="3537763" y="8171285"/>
                  <a:pt x="2161247" y="7728833"/>
                </a:cubicBezTo>
                <a:cubicBezTo>
                  <a:pt x="784731" y="7286381"/>
                  <a:pt x="484847" y="6337568"/>
                  <a:pt x="184963" y="5339594"/>
                </a:cubicBezTo>
                <a:cubicBezTo>
                  <a:pt x="-114921" y="4341620"/>
                  <a:pt x="-46096" y="2586561"/>
                  <a:pt x="361943" y="1740987"/>
                </a:cubicBezTo>
                <a:cubicBezTo>
                  <a:pt x="769982" y="895413"/>
                  <a:pt x="1581143" y="556200"/>
                  <a:pt x="2633195" y="266149"/>
                </a:cubicBezTo>
                <a:cubicBezTo>
                  <a:pt x="3685247" y="-23903"/>
                  <a:pt x="5096176" y="10510"/>
                  <a:pt x="6674253" y="678"/>
                </a:cubicBezTo>
                <a:cubicBezTo>
                  <a:pt x="8252330" y="-9154"/>
                  <a:pt x="10744807" y="89168"/>
                  <a:pt x="12101659" y="207155"/>
                </a:cubicBezTo>
                <a:cubicBezTo>
                  <a:pt x="13458511" y="325142"/>
                  <a:pt x="14161518" y="285813"/>
                  <a:pt x="14815363" y="708600"/>
                </a:cubicBezTo>
                <a:cubicBezTo>
                  <a:pt x="15469208" y="1131387"/>
                  <a:pt x="15828085" y="1996626"/>
                  <a:pt x="16024730" y="2743878"/>
                </a:cubicBezTo>
                <a:cubicBezTo>
                  <a:pt x="16221375" y="3491130"/>
                  <a:pt x="16157466" y="4430110"/>
                  <a:pt x="15995234" y="5192110"/>
                </a:cubicBezTo>
                <a:cubicBezTo>
                  <a:pt x="15833002" y="5954110"/>
                  <a:pt x="15813337" y="6843930"/>
                  <a:pt x="15051337" y="7315878"/>
                </a:cubicBezTo>
                <a:cubicBezTo>
                  <a:pt x="14289337" y="7787826"/>
                  <a:pt x="12529363" y="7915645"/>
                  <a:pt x="11423234" y="8023800"/>
                </a:cubicBezTo>
                <a:cubicBezTo>
                  <a:pt x="10317105" y="8131955"/>
                  <a:pt x="9987723" y="8043465"/>
                  <a:pt x="8444059" y="7994304"/>
                </a:cubicBezTo>
                <a:close/>
              </a:path>
            </a:pathLst>
          </a:custGeom>
          <a:solidFill>
            <a:srgbClr val="F9F6F0"/>
          </a:solidFill>
          <a:ln w="76200">
            <a:solidFill>
              <a:srgbClr val="BE8D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950CBCD-244B-4211-A40C-B0A5EE56C5C3}"/>
              </a:ext>
            </a:extLst>
          </p:cNvPr>
          <p:cNvSpPr/>
          <p:nvPr/>
        </p:nvSpPr>
        <p:spPr>
          <a:xfrm>
            <a:off x="12737520" y="6653680"/>
            <a:ext cx="2015522" cy="1251694"/>
          </a:xfrm>
          <a:custGeom>
            <a:avLst/>
            <a:gdLst>
              <a:gd name="csX0" fmla="*/ 6194924 w 15089078"/>
              <a:gd name="csY0" fmla="*/ 328909 h 9129273"/>
              <a:gd name="csX1" fmla="*/ 1711414 w 15089078"/>
              <a:gd name="csY1" fmla="*/ 800857 h 9129273"/>
              <a:gd name="csX2" fmla="*/ 207078 w 15089078"/>
              <a:gd name="csY2" fmla="*/ 2246199 h 9129273"/>
              <a:gd name="csX3" fmla="*/ 59595 w 15089078"/>
              <a:gd name="csY3" fmla="*/ 4841915 h 9129273"/>
              <a:gd name="csX4" fmla="*/ 649530 w 15089078"/>
              <a:gd name="csY4" fmla="*/ 7703103 h 9129273"/>
              <a:gd name="csX5" fmla="*/ 3599207 w 15089078"/>
              <a:gd name="csY5" fmla="*/ 9030457 h 9129273"/>
              <a:gd name="csX6" fmla="*/ 10560446 w 15089078"/>
              <a:gd name="csY6" fmla="*/ 8794483 h 9129273"/>
              <a:gd name="csX7" fmla="*/ 14719491 w 15089078"/>
              <a:gd name="csY7" fmla="*/ 6906690 h 9129273"/>
              <a:gd name="csX8" fmla="*/ 14807982 w 15089078"/>
              <a:gd name="csY8" fmla="*/ 3131103 h 9129273"/>
              <a:gd name="csX9" fmla="*/ 14041066 w 15089078"/>
              <a:gd name="csY9" fmla="*/ 564883 h 9129273"/>
              <a:gd name="csX10" fmla="*/ 11061891 w 15089078"/>
              <a:gd name="csY10" fmla="*/ 4444 h 9129273"/>
              <a:gd name="csX11" fmla="*/ 6194924 w 15089078"/>
              <a:gd name="csY11" fmla="*/ 328909 h 91292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5089078" h="9129273">
                <a:moveTo>
                  <a:pt x="6194924" y="328909"/>
                </a:moveTo>
                <a:cubicBezTo>
                  <a:pt x="4636511" y="461645"/>
                  <a:pt x="2709388" y="481309"/>
                  <a:pt x="1711414" y="800857"/>
                </a:cubicBezTo>
                <a:cubicBezTo>
                  <a:pt x="713440" y="1120405"/>
                  <a:pt x="482381" y="1572689"/>
                  <a:pt x="207078" y="2246199"/>
                </a:cubicBezTo>
                <a:cubicBezTo>
                  <a:pt x="-68225" y="2919709"/>
                  <a:pt x="-14147" y="3932431"/>
                  <a:pt x="59595" y="4841915"/>
                </a:cubicBezTo>
                <a:cubicBezTo>
                  <a:pt x="133337" y="5751399"/>
                  <a:pt x="59595" y="7005013"/>
                  <a:pt x="649530" y="7703103"/>
                </a:cubicBezTo>
                <a:cubicBezTo>
                  <a:pt x="1239465" y="8401193"/>
                  <a:pt x="1947388" y="8848560"/>
                  <a:pt x="3599207" y="9030457"/>
                </a:cubicBezTo>
                <a:cubicBezTo>
                  <a:pt x="5251026" y="9212354"/>
                  <a:pt x="8707065" y="9148444"/>
                  <a:pt x="10560446" y="8794483"/>
                </a:cubicBezTo>
                <a:cubicBezTo>
                  <a:pt x="12413827" y="8440522"/>
                  <a:pt x="14011568" y="7850587"/>
                  <a:pt x="14719491" y="6906690"/>
                </a:cubicBezTo>
                <a:cubicBezTo>
                  <a:pt x="15427414" y="5962793"/>
                  <a:pt x="14921053" y="4188071"/>
                  <a:pt x="14807982" y="3131103"/>
                </a:cubicBezTo>
                <a:cubicBezTo>
                  <a:pt x="14694911" y="2074135"/>
                  <a:pt x="14665415" y="1085993"/>
                  <a:pt x="14041066" y="564883"/>
                </a:cubicBezTo>
                <a:cubicBezTo>
                  <a:pt x="13416718" y="43773"/>
                  <a:pt x="12364665" y="43773"/>
                  <a:pt x="11061891" y="4444"/>
                </a:cubicBezTo>
                <a:cubicBezTo>
                  <a:pt x="9759117" y="-34885"/>
                  <a:pt x="7753337" y="196173"/>
                  <a:pt x="6194924" y="328909"/>
                </a:cubicBezTo>
                <a:close/>
              </a:path>
            </a:pathLst>
          </a:custGeom>
          <a:solidFill>
            <a:srgbClr val="F9F6F0"/>
          </a:solidFill>
          <a:ln w="76200">
            <a:solidFill>
              <a:srgbClr val="BE8D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C6DCA3CF-6CE8-6F99-32EE-83F82BC5E709}"/>
              </a:ext>
            </a:extLst>
          </p:cNvPr>
          <p:cNvSpPr/>
          <p:nvPr/>
        </p:nvSpPr>
        <p:spPr>
          <a:xfrm>
            <a:off x="12521217" y="1722627"/>
            <a:ext cx="768503" cy="384338"/>
          </a:xfrm>
          <a:custGeom>
            <a:avLst/>
            <a:gdLst>
              <a:gd name="csX0" fmla="*/ 8444059 w 16146797"/>
              <a:gd name="csY0" fmla="*/ 7994304 h 8075215"/>
              <a:gd name="csX1" fmla="*/ 2161247 w 16146797"/>
              <a:gd name="csY1" fmla="*/ 7728833 h 8075215"/>
              <a:gd name="csX2" fmla="*/ 184963 w 16146797"/>
              <a:gd name="csY2" fmla="*/ 5339594 h 8075215"/>
              <a:gd name="csX3" fmla="*/ 361943 w 16146797"/>
              <a:gd name="csY3" fmla="*/ 1740987 h 8075215"/>
              <a:gd name="csX4" fmla="*/ 2633195 w 16146797"/>
              <a:gd name="csY4" fmla="*/ 266149 h 8075215"/>
              <a:gd name="csX5" fmla="*/ 6674253 w 16146797"/>
              <a:gd name="csY5" fmla="*/ 678 h 8075215"/>
              <a:gd name="csX6" fmla="*/ 12101659 w 16146797"/>
              <a:gd name="csY6" fmla="*/ 207155 h 8075215"/>
              <a:gd name="csX7" fmla="*/ 14815363 w 16146797"/>
              <a:gd name="csY7" fmla="*/ 708600 h 8075215"/>
              <a:gd name="csX8" fmla="*/ 16024730 w 16146797"/>
              <a:gd name="csY8" fmla="*/ 2743878 h 8075215"/>
              <a:gd name="csX9" fmla="*/ 15995234 w 16146797"/>
              <a:gd name="csY9" fmla="*/ 5192110 h 8075215"/>
              <a:gd name="csX10" fmla="*/ 15051337 w 16146797"/>
              <a:gd name="csY10" fmla="*/ 7315878 h 8075215"/>
              <a:gd name="csX11" fmla="*/ 11423234 w 16146797"/>
              <a:gd name="csY11" fmla="*/ 8023800 h 8075215"/>
              <a:gd name="csX12" fmla="*/ 8444059 w 16146797"/>
              <a:gd name="csY12" fmla="*/ 7994304 h 80752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6146797" h="8075215">
                <a:moveTo>
                  <a:pt x="8444059" y="7994304"/>
                </a:moveTo>
                <a:cubicBezTo>
                  <a:pt x="6900395" y="7945143"/>
                  <a:pt x="3537763" y="8171285"/>
                  <a:pt x="2161247" y="7728833"/>
                </a:cubicBezTo>
                <a:cubicBezTo>
                  <a:pt x="784731" y="7286381"/>
                  <a:pt x="484847" y="6337568"/>
                  <a:pt x="184963" y="5339594"/>
                </a:cubicBezTo>
                <a:cubicBezTo>
                  <a:pt x="-114921" y="4341620"/>
                  <a:pt x="-46096" y="2586561"/>
                  <a:pt x="361943" y="1740987"/>
                </a:cubicBezTo>
                <a:cubicBezTo>
                  <a:pt x="769982" y="895413"/>
                  <a:pt x="1581143" y="556200"/>
                  <a:pt x="2633195" y="266149"/>
                </a:cubicBezTo>
                <a:cubicBezTo>
                  <a:pt x="3685247" y="-23903"/>
                  <a:pt x="5096176" y="10510"/>
                  <a:pt x="6674253" y="678"/>
                </a:cubicBezTo>
                <a:cubicBezTo>
                  <a:pt x="8252330" y="-9154"/>
                  <a:pt x="10744807" y="89168"/>
                  <a:pt x="12101659" y="207155"/>
                </a:cubicBezTo>
                <a:cubicBezTo>
                  <a:pt x="13458511" y="325142"/>
                  <a:pt x="14161518" y="285813"/>
                  <a:pt x="14815363" y="708600"/>
                </a:cubicBezTo>
                <a:cubicBezTo>
                  <a:pt x="15469208" y="1131387"/>
                  <a:pt x="15828085" y="1996626"/>
                  <a:pt x="16024730" y="2743878"/>
                </a:cubicBezTo>
                <a:cubicBezTo>
                  <a:pt x="16221375" y="3491130"/>
                  <a:pt x="16157466" y="4430110"/>
                  <a:pt x="15995234" y="5192110"/>
                </a:cubicBezTo>
                <a:cubicBezTo>
                  <a:pt x="15833002" y="5954110"/>
                  <a:pt x="15813337" y="6843930"/>
                  <a:pt x="15051337" y="7315878"/>
                </a:cubicBezTo>
                <a:cubicBezTo>
                  <a:pt x="14289337" y="7787826"/>
                  <a:pt x="12529363" y="7915645"/>
                  <a:pt x="11423234" y="8023800"/>
                </a:cubicBezTo>
                <a:cubicBezTo>
                  <a:pt x="10317105" y="8131955"/>
                  <a:pt x="9987723" y="8043465"/>
                  <a:pt x="8444059" y="7994304"/>
                </a:cubicBezTo>
                <a:close/>
              </a:path>
            </a:pathLst>
          </a:custGeom>
          <a:solidFill>
            <a:srgbClr val="F9F6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FC60B811-4B77-7651-536A-4C6C17A2EDB1}"/>
              </a:ext>
            </a:extLst>
          </p:cNvPr>
          <p:cNvSpPr/>
          <p:nvPr/>
        </p:nvSpPr>
        <p:spPr>
          <a:xfrm>
            <a:off x="3583022" y="7718238"/>
            <a:ext cx="1627680" cy="717028"/>
          </a:xfrm>
          <a:custGeom>
            <a:avLst/>
            <a:gdLst>
              <a:gd name="csX0" fmla="*/ 13607541 w 13924380"/>
              <a:gd name="csY0" fmla="*/ 4703349 h 7884392"/>
              <a:gd name="csX1" fmla="*/ 13784522 w 13924380"/>
              <a:gd name="csY1" fmla="*/ 2255116 h 7884392"/>
              <a:gd name="csX2" fmla="*/ 11778741 w 13924380"/>
              <a:gd name="csY2" fmla="*/ 219839 h 7884392"/>
              <a:gd name="csX3" fmla="*/ 5318948 w 13924380"/>
              <a:gd name="csY3" fmla="*/ 72355 h 7884392"/>
              <a:gd name="csX4" fmla="*/ 1543361 w 13924380"/>
              <a:gd name="csY4" fmla="*/ 367323 h 7884392"/>
              <a:gd name="csX5" fmla="*/ 157012 w 13924380"/>
              <a:gd name="csY5" fmla="*/ 2196123 h 7884392"/>
              <a:gd name="csX6" fmla="*/ 392987 w 13924380"/>
              <a:gd name="csY6" fmla="*/ 6178187 h 7884392"/>
              <a:gd name="csX7" fmla="*/ 3372161 w 13924380"/>
              <a:gd name="csY7" fmla="*/ 7594033 h 7884392"/>
              <a:gd name="csX8" fmla="*/ 9094535 w 13924380"/>
              <a:gd name="csY8" fmla="*/ 7859504 h 7884392"/>
              <a:gd name="csX9" fmla="*/ 12427670 w 13924380"/>
              <a:gd name="csY9" fmla="*/ 7210575 h 7884392"/>
              <a:gd name="csX10" fmla="*/ 13607541 w 13924380"/>
              <a:gd name="csY10" fmla="*/ 4703349 h 78843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3924380" h="7884392">
                <a:moveTo>
                  <a:pt x="13607541" y="4703349"/>
                </a:moveTo>
                <a:cubicBezTo>
                  <a:pt x="13833683" y="3877439"/>
                  <a:pt x="14089322" y="3002368"/>
                  <a:pt x="13784522" y="2255116"/>
                </a:cubicBezTo>
                <a:cubicBezTo>
                  <a:pt x="13479722" y="1507864"/>
                  <a:pt x="13189670" y="583632"/>
                  <a:pt x="11778741" y="219839"/>
                </a:cubicBezTo>
                <a:cubicBezTo>
                  <a:pt x="10367812" y="-143954"/>
                  <a:pt x="7024845" y="47774"/>
                  <a:pt x="5318948" y="72355"/>
                </a:cubicBezTo>
                <a:cubicBezTo>
                  <a:pt x="3613051" y="96936"/>
                  <a:pt x="2403684" y="13362"/>
                  <a:pt x="1543361" y="367323"/>
                </a:cubicBezTo>
                <a:cubicBezTo>
                  <a:pt x="683038" y="721284"/>
                  <a:pt x="348741" y="1227646"/>
                  <a:pt x="157012" y="2196123"/>
                </a:cubicBezTo>
                <a:cubicBezTo>
                  <a:pt x="-34717" y="3164600"/>
                  <a:pt x="-142871" y="5278535"/>
                  <a:pt x="392987" y="6178187"/>
                </a:cubicBezTo>
                <a:cubicBezTo>
                  <a:pt x="928845" y="7077839"/>
                  <a:pt x="1921903" y="7313813"/>
                  <a:pt x="3372161" y="7594033"/>
                </a:cubicBezTo>
                <a:cubicBezTo>
                  <a:pt x="4822419" y="7874253"/>
                  <a:pt x="7585284" y="7923414"/>
                  <a:pt x="9094535" y="7859504"/>
                </a:cubicBezTo>
                <a:cubicBezTo>
                  <a:pt x="10603786" y="7795594"/>
                  <a:pt x="11670586" y="7731685"/>
                  <a:pt x="12427670" y="7210575"/>
                </a:cubicBezTo>
                <a:cubicBezTo>
                  <a:pt x="13184754" y="6689465"/>
                  <a:pt x="13381399" y="5529259"/>
                  <a:pt x="13607541" y="4703349"/>
                </a:cubicBezTo>
                <a:close/>
              </a:path>
            </a:pathLst>
          </a:custGeom>
          <a:solidFill>
            <a:srgbClr val="F9F6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669F8A99-CEDD-C9D4-8782-028DBB95CBAE}"/>
              </a:ext>
            </a:extLst>
          </p:cNvPr>
          <p:cNvSpPr/>
          <p:nvPr/>
        </p:nvSpPr>
        <p:spPr>
          <a:xfrm>
            <a:off x="9314121" y="4890977"/>
            <a:ext cx="3296093" cy="2169042"/>
          </a:xfrm>
          <a:custGeom>
            <a:avLst/>
            <a:gdLst>
              <a:gd name="csX0" fmla="*/ 0 w 3296093"/>
              <a:gd name="csY0" fmla="*/ 0 h 2169042"/>
              <a:gd name="csX1" fmla="*/ 1339702 w 3296093"/>
              <a:gd name="csY1" fmla="*/ 1637414 h 2169042"/>
              <a:gd name="csX2" fmla="*/ 3296093 w 3296093"/>
              <a:gd name="csY2" fmla="*/ 2169042 h 21690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296093" h="2169042">
                <a:moveTo>
                  <a:pt x="0" y="0"/>
                </a:moveTo>
                <a:cubicBezTo>
                  <a:pt x="395176" y="637953"/>
                  <a:pt x="790353" y="1275907"/>
                  <a:pt x="1339702" y="1637414"/>
                </a:cubicBezTo>
                <a:cubicBezTo>
                  <a:pt x="1889051" y="1998921"/>
                  <a:pt x="2592572" y="2083981"/>
                  <a:pt x="3296093" y="2169042"/>
                </a:cubicBezTo>
              </a:path>
            </a:pathLst>
          </a:custGeom>
          <a:noFill/>
          <a:ln w="57150">
            <a:solidFill>
              <a:srgbClr val="5056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34162AF5-2F7C-3280-F9A0-F4BFD4CBD879}"/>
              </a:ext>
            </a:extLst>
          </p:cNvPr>
          <p:cNvSpPr/>
          <p:nvPr/>
        </p:nvSpPr>
        <p:spPr>
          <a:xfrm rot="-10800000" flipV="1">
            <a:off x="14008682" y="7618786"/>
            <a:ext cx="4786906" cy="3378371"/>
          </a:xfrm>
          <a:custGeom>
            <a:avLst/>
            <a:gdLst/>
            <a:ahLst/>
            <a:cxnLst/>
            <a:rect l="l" t="t" r="r" b="b"/>
            <a:pathLst>
              <a:path w="5636712" h="4114800">
                <a:moveTo>
                  <a:pt x="0" y="4114800"/>
                </a:moveTo>
                <a:lnTo>
                  <a:pt x="5636712" y="4114800"/>
                </a:lnTo>
                <a:lnTo>
                  <a:pt x="5636712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D4B5038B-DA78-8866-998D-E5210473AE20}"/>
              </a:ext>
            </a:extLst>
          </p:cNvPr>
          <p:cNvSpPr/>
          <p:nvPr/>
        </p:nvSpPr>
        <p:spPr>
          <a:xfrm rot="-10800000" flipH="1">
            <a:off x="-78110" y="-120558"/>
            <a:ext cx="4593364" cy="2865709"/>
          </a:xfrm>
          <a:custGeom>
            <a:avLst/>
            <a:gdLst/>
            <a:ahLst/>
            <a:cxnLst/>
            <a:rect l="l" t="t" r="r" b="b"/>
            <a:pathLst>
              <a:path w="5636712" h="4114800">
                <a:moveTo>
                  <a:pt x="5636712" y="0"/>
                </a:moveTo>
                <a:lnTo>
                  <a:pt x="0" y="0"/>
                </a:lnTo>
                <a:lnTo>
                  <a:pt x="0" y="4114800"/>
                </a:lnTo>
                <a:lnTo>
                  <a:pt x="5636712" y="4114800"/>
                </a:lnTo>
                <a:lnTo>
                  <a:pt x="56367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873FA682-5979-BBF9-ECEE-5E735CB28AA6}"/>
              </a:ext>
            </a:extLst>
          </p:cNvPr>
          <p:cNvSpPr/>
          <p:nvPr/>
        </p:nvSpPr>
        <p:spPr>
          <a:xfrm rot="900000">
            <a:off x="19461455" y="-569463"/>
            <a:ext cx="1185747" cy="1062726"/>
          </a:xfrm>
          <a:custGeom>
            <a:avLst/>
            <a:gdLst/>
            <a:ahLst/>
            <a:cxnLst/>
            <a:rect l="l" t="t" r="r" b="b"/>
            <a:pathLst>
              <a:path w="3585289" h="3213315">
                <a:moveTo>
                  <a:pt x="0" y="0"/>
                </a:moveTo>
                <a:lnTo>
                  <a:pt x="3585289" y="0"/>
                </a:lnTo>
                <a:lnTo>
                  <a:pt x="3585289" y="3213315"/>
                </a:lnTo>
                <a:lnTo>
                  <a:pt x="0" y="32133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6ECAD275-1854-AC2F-3DE9-CECA5201DC81}"/>
              </a:ext>
            </a:extLst>
          </p:cNvPr>
          <p:cNvSpPr/>
          <p:nvPr/>
        </p:nvSpPr>
        <p:spPr>
          <a:xfrm rot="-1242283">
            <a:off x="18009795" y="3210659"/>
            <a:ext cx="556410" cy="597487"/>
          </a:xfrm>
          <a:custGeom>
            <a:avLst/>
            <a:gdLst/>
            <a:ahLst/>
            <a:cxnLst/>
            <a:rect l="l" t="t" r="r" b="b"/>
            <a:pathLst>
              <a:path w="642325" h="689745">
                <a:moveTo>
                  <a:pt x="0" y="0"/>
                </a:moveTo>
                <a:lnTo>
                  <a:pt x="642325" y="0"/>
                </a:lnTo>
                <a:lnTo>
                  <a:pt x="642325" y="689745"/>
                </a:lnTo>
                <a:lnTo>
                  <a:pt x="0" y="6897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FFA09C09-1AC7-B747-0A05-AB836092877A}"/>
              </a:ext>
            </a:extLst>
          </p:cNvPr>
          <p:cNvSpPr/>
          <p:nvPr/>
        </p:nvSpPr>
        <p:spPr>
          <a:xfrm rot="-1242283">
            <a:off x="924182" y="8963097"/>
            <a:ext cx="642325" cy="689745"/>
          </a:xfrm>
          <a:custGeom>
            <a:avLst/>
            <a:gdLst/>
            <a:ahLst/>
            <a:cxnLst/>
            <a:rect l="l" t="t" r="r" b="b"/>
            <a:pathLst>
              <a:path w="642325" h="689745">
                <a:moveTo>
                  <a:pt x="0" y="0"/>
                </a:moveTo>
                <a:lnTo>
                  <a:pt x="642326" y="0"/>
                </a:lnTo>
                <a:lnTo>
                  <a:pt x="642326" y="689746"/>
                </a:lnTo>
                <a:lnTo>
                  <a:pt x="0" y="6897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1CCD8D44-A222-6873-AD01-4CB15F05B7C4}"/>
              </a:ext>
            </a:extLst>
          </p:cNvPr>
          <p:cNvSpPr/>
          <p:nvPr/>
        </p:nvSpPr>
        <p:spPr>
          <a:xfrm rot="1958843">
            <a:off x="8252824" y="8531981"/>
            <a:ext cx="523056" cy="561671"/>
          </a:xfrm>
          <a:custGeom>
            <a:avLst/>
            <a:gdLst/>
            <a:ahLst/>
            <a:cxnLst/>
            <a:rect l="l" t="t" r="r" b="b"/>
            <a:pathLst>
              <a:path w="1058785" h="1136951">
                <a:moveTo>
                  <a:pt x="0" y="0"/>
                </a:moveTo>
                <a:lnTo>
                  <a:pt x="1058786" y="0"/>
                </a:lnTo>
                <a:lnTo>
                  <a:pt x="1058786" y="1136951"/>
                </a:lnTo>
                <a:lnTo>
                  <a:pt x="0" y="113695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4810887-4A2A-017D-B6CC-C508189372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-6031283" y="4214694"/>
            <a:ext cx="9546473" cy="1046795"/>
          </a:xfrm>
          <a:prstGeom prst="rect">
            <a:avLst/>
          </a:prstGeom>
        </p:spPr>
      </p:pic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5F7E82C6-1B90-1BF0-FC57-B315838C4B5B}"/>
              </a:ext>
            </a:extLst>
          </p:cNvPr>
          <p:cNvSpPr/>
          <p:nvPr/>
        </p:nvSpPr>
        <p:spPr>
          <a:xfrm rot="21039325">
            <a:off x="8780371" y="2026097"/>
            <a:ext cx="2806996" cy="2062716"/>
          </a:xfrm>
          <a:custGeom>
            <a:avLst/>
            <a:gdLst>
              <a:gd name="csX0" fmla="*/ 0 w 2806996"/>
              <a:gd name="csY0" fmla="*/ 2062716 h 2062716"/>
              <a:gd name="csX1" fmla="*/ 1254642 w 2806996"/>
              <a:gd name="csY1" fmla="*/ 489097 h 2062716"/>
              <a:gd name="csX2" fmla="*/ 2806996 w 2806996"/>
              <a:gd name="csY2" fmla="*/ 0 h 2062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806996" h="2062716">
                <a:moveTo>
                  <a:pt x="0" y="2062716"/>
                </a:moveTo>
                <a:cubicBezTo>
                  <a:pt x="393404" y="1447799"/>
                  <a:pt x="786809" y="832883"/>
                  <a:pt x="1254642" y="489097"/>
                </a:cubicBezTo>
                <a:cubicBezTo>
                  <a:pt x="1722475" y="145311"/>
                  <a:pt x="2264735" y="72655"/>
                  <a:pt x="2806996" y="0"/>
                </a:cubicBezTo>
              </a:path>
            </a:pathLst>
          </a:custGeom>
          <a:noFill/>
          <a:ln w="57150">
            <a:solidFill>
              <a:srgbClr val="5056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0E0651DF-91F0-D832-6614-2D0402673654}"/>
              </a:ext>
            </a:extLst>
          </p:cNvPr>
          <p:cNvSpPr/>
          <p:nvPr/>
        </p:nvSpPr>
        <p:spPr>
          <a:xfrm>
            <a:off x="6081258" y="6009081"/>
            <a:ext cx="2232838" cy="1850066"/>
          </a:xfrm>
          <a:custGeom>
            <a:avLst/>
            <a:gdLst>
              <a:gd name="csX0" fmla="*/ 2232838 w 2232838"/>
              <a:gd name="csY0" fmla="*/ 0 h 1850066"/>
              <a:gd name="csX1" fmla="*/ 1531089 w 2232838"/>
              <a:gd name="csY1" fmla="*/ 1339703 h 1850066"/>
              <a:gd name="csX2" fmla="*/ 0 w 2232838"/>
              <a:gd name="csY2" fmla="*/ 1850066 h 18500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232838" h="1850066">
                <a:moveTo>
                  <a:pt x="2232838" y="0"/>
                </a:moveTo>
                <a:cubicBezTo>
                  <a:pt x="2068033" y="515679"/>
                  <a:pt x="1903229" y="1031359"/>
                  <a:pt x="1531089" y="1339703"/>
                </a:cubicBezTo>
                <a:cubicBezTo>
                  <a:pt x="1158949" y="1648047"/>
                  <a:pt x="0" y="1850066"/>
                  <a:pt x="0" y="1850066"/>
                </a:cubicBezTo>
              </a:path>
            </a:pathLst>
          </a:custGeom>
          <a:noFill/>
          <a:ln w="57150">
            <a:solidFill>
              <a:srgbClr val="5056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EB9548E8-EBBD-4207-A3B9-ED2F34044569}"/>
              </a:ext>
            </a:extLst>
          </p:cNvPr>
          <p:cNvSpPr/>
          <p:nvPr/>
        </p:nvSpPr>
        <p:spPr>
          <a:xfrm>
            <a:off x="6324600" y="3467100"/>
            <a:ext cx="5428848" cy="2813570"/>
          </a:xfrm>
          <a:custGeom>
            <a:avLst/>
            <a:gdLst/>
            <a:ahLst/>
            <a:cxnLst/>
            <a:rect l="l" t="t" r="r" b="b"/>
            <a:pathLst>
              <a:path w="13632925" h="7600356">
                <a:moveTo>
                  <a:pt x="0" y="0"/>
                </a:moveTo>
                <a:lnTo>
                  <a:pt x="13632924" y="0"/>
                </a:lnTo>
                <a:lnTo>
                  <a:pt x="13632924" y="7600355"/>
                </a:lnTo>
                <a:lnTo>
                  <a:pt x="0" y="76003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7D1DE4E6-00AD-FF30-0353-7D7480A4DEDD}"/>
              </a:ext>
            </a:extLst>
          </p:cNvPr>
          <p:cNvSpPr/>
          <p:nvPr/>
        </p:nvSpPr>
        <p:spPr>
          <a:xfrm rot="1958843">
            <a:off x="6272394" y="3391286"/>
            <a:ext cx="1058785" cy="1136951"/>
          </a:xfrm>
          <a:custGeom>
            <a:avLst/>
            <a:gdLst/>
            <a:ahLst/>
            <a:cxnLst/>
            <a:rect l="l" t="t" r="r" b="b"/>
            <a:pathLst>
              <a:path w="1058785" h="1136951">
                <a:moveTo>
                  <a:pt x="0" y="0"/>
                </a:moveTo>
                <a:lnTo>
                  <a:pt x="1058785" y="0"/>
                </a:lnTo>
                <a:lnTo>
                  <a:pt x="1058785" y="1136951"/>
                </a:lnTo>
                <a:lnTo>
                  <a:pt x="0" y="113695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32EC426-021A-E9E2-EDCA-A6C053287022}"/>
              </a:ext>
            </a:extLst>
          </p:cNvPr>
          <p:cNvSpPr txBox="1"/>
          <p:nvPr/>
        </p:nvSpPr>
        <p:spPr>
          <a:xfrm>
            <a:off x="6801787" y="3814761"/>
            <a:ext cx="4684425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vi-VN" sz="6000">
                <a:solidFill>
                  <a:srgbClr val="50564F"/>
                </a:solidFill>
                <a:latin typeface="iCiel Soup of Justice" pitchFamily="2" charset="0"/>
                <a:ea typeface="Genty"/>
                <a:cs typeface="Genty"/>
                <a:sym typeface="Genty"/>
              </a:rPr>
              <a:t>Các chức năng chính</a:t>
            </a:r>
            <a:endParaRPr lang="en-US" sz="6000">
              <a:solidFill>
                <a:srgbClr val="50564F"/>
              </a:solidFill>
              <a:latin typeface="iCiel Soup of Justice" pitchFamily="2" charset="0"/>
              <a:ea typeface="Genty"/>
              <a:cs typeface="Genty"/>
              <a:sym typeface="Genty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717FF77C-5A18-6ED3-989F-247D4F2E0520}"/>
              </a:ext>
            </a:extLst>
          </p:cNvPr>
          <p:cNvSpPr/>
          <p:nvPr/>
        </p:nvSpPr>
        <p:spPr>
          <a:xfrm rot="299095">
            <a:off x="11050640" y="741424"/>
            <a:ext cx="4444503" cy="2229807"/>
          </a:xfrm>
          <a:custGeom>
            <a:avLst/>
            <a:gdLst>
              <a:gd name="csX0" fmla="*/ 2064405 w 4348049"/>
              <a:gd name="csY0" fmla="*/ 223872 h 2032927"/>
              <a:gd name="csX1" fmla="*/ 660907 w 4348049"/>
              <a:gd name="csY1" fmla="*/ 308933 h 2032927"/>
              <a:gd name="csX2" fmla="*/ 22953 w 4348049"/>
              <a:gd name="csY2" fmla="*/ 946886 h 2032927"/>
              <a:gd name="csX3" fmla="*/ 341930 w 4348049"/>
              <a:gd name="csY3" fmla="*/ 1988877 h 2032927"/>
              <a:gd name="csX4" fmla="*/ 2170730 w 4348049"/>
              <a:gd name="csY4" fmla="*/ 1797491 h 2032927"/>
              <a:gd name="csX5" fmla="*/ 4148386 w 4348049"/>
              <a:gd name="csY5" fmla="*/ 1414719 h 2032927"/>
              <a:gd name="csX6" fmla="*/ 4169651 w 4348049"/>
              <a:gd name="csY6" fmla="*/ 585379 h 2032927"/>
              <a:gd name="csX7" fmla="*/ 3170191 w 4348049"/>
              <a:gd name="csY7" fmla="*/ 11221 h 2032927"/>
              <a:gd name="csX8" fmla="*/ 2064405 w 4348049"/>
              <a:gd name="csY8" fmla="*/ 223872 h 20329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348049" h="2032927">
                <a:moveTo>
                  <a:pt x="2064405" y="223872"/>
                </a:moveTo>
                <a:cubicBezTo>
                  <a:pt x="1646191" y="273491"/>
                  <a:pt x="1001149" y="188431"/>
                  <a:pt x="660907" y="308933"/>
                </a:cubicBezTo>
                <a:cubicBezTo>
                  <a:pt x="320665" y="429435"/>
                  <a:pt x="76116" y="666895"/>
                  <a:pt x="22953" y="946886"/>
                </a:cubicBezTo>
                <a:cubicBezTo>
                  <a:pt x="-30210" y="1226877"/>
                  <a:pt x="-16033" y="1847109"/>
                  <a:pt x="341930" y="1988877"/>
                </a:cubicBezTo>
                <a:cubicBezTo>
                  <a:pt x="699893" y="2130645"/>
                  <a:pt x="1536321" y="1893184"/>
                  <a:pt x="2170730" y="1797491"/>
                </a:cubicBezTo>
                <a:cubicBezTo>
                  <a:pt x="2805139" y="1701798"/>
                  <a:pt x="3815233" y="1616738"/>
                  <a:pt x="4148386" y="1414719"/>
                </a:cubicBezTo>
                <a:cubicBezTo>
                  <a:pt x="4481539" y="1212700"/>
                  <a:pt x="4332684" y="819295"/>
                  <a:pt x="4169651" y="585379"/>
                </a:cubicBezTo>
                <a:cubicBezTo>
                  <a:pt x="4006618" y="351463"/>
                  <a:pt x="3517521" y="75016"/>
                  <a:pt x="3170191" y="11221"/>
                </a:cubicBezTo>
                <a:cubicBezTo>
                  <a:pt x="2822861" y="-52574"/>
                  <a:pt x="2482619" y="174253"/>
                  <a:pt x="2064405" y="223872"/>
                </a:cubicBezTo>
                <a:close/>
              </a:path>
            </a:pathLst>
          </a:custGeom>
          <a:solidFill>
            <a:srgbClr val="F4E8D3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D817F45-0DA5-D199-5AF6-8C0915FC611F}"/>
              </a:ext>
            </a:extLst>
          </p:cNvPr>
          <p:cNvSpPr/>
          <p:nvPr/>
        </p:nvSpPr>
        <p:spPr>
          <a:xfrm>
            <a:off x="12028688" y="6009081"/>
            <a:ext cx="4255902" cy="2292220"/>
          </a:xfrm>
          <a:custGeom>
            <a:avLst/>
            <a:gdLst>
              <a:gd name="csX0" fmla="*/ 2067015 w 4255902"/>
              <a:gd name="csY0" fmla="*/ 88377 h 2292220"/>
              <a:gd name="csX1" fmla="*/ 2003219 w 4255902"/>
              <a:gd name="csY1" fmla="*/ 67112 h 2292220"/>
              <a:gd name="csX2" fmla="*/ 748577 w 4255902"/>
              <a:gd name="csY2" fmla="*/ 215968 h 2292220"/>
              <a:gd name="csX3" fmla="*/ 89359 w 4255902"/>
              <a:gd name="csY3" fmla="*/ 811391 h 2292220"/>
              <a:gd name="csX4" fmla="*/ 259480 w 4255902"/>
              <a:gd name="csY4" fmla="*/ 2023503 h 2292220"/>
              <a:gd name="csX5" fmla="*/ 2385991 w 4255902"/>
              <a:gd name="csY5" fmla="*/ 2257419 h 2292220"/>
              <a:gd name="csX6" fmla="*/ 4129731 w 4255902"/>
              <a:gd name="csY6" fmla="*/ 1491875 h 2292220"/>
              <a:gd name="csX7" fmla="*/ 3895815 w 4255902"/>
              <a:gd name="csY7" fmla="*/ 109642 h 2292220"/>
              <a:gd name="csX8" fmla="*/ 2067015 w 4255902"/>
              <a:gd name="csY8" fmla="*/ 88377 h 22922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255902" h="2292220">
                <a:moveTo>
                  <a:pt x="2067015" y="88377"/>
                </a:moveTo>
                <a:cubicBezTo>
                  <a:pt x="1751582" y="81289"/>
                  <a:pt x="2222959" y="45847"/>
                  <a:pt x="2003219" y="67112"/>
                </a:cubicBezTo>
                <a:cubicBezTo>
                  <a:pt x="1783479" y="88377"/>
                  <a:pt x="1067554" y="91922"/>
                  <a:pt x="748577" y="215968"/>
                </a:cubicBezTo>
                <a:cubicBezTo>
                  <a:pt x="429600" y="340014"/>
                  <a:pt x="170875" y="510135"/>
                  <a:pt x="89359" y="811391"/>
                </a:cubicBezTo>
                <a:cubicBezTo>
                  <a:pt x="7843" y="1112647"/>
                  <a:pt x="-123292" y="1782498"/>
                  <a:pt x="259480" y="2023503"/>
                </a:cubicBezTo>
                <a:cubicBezTo>
                  <a:pt x="642252" y="2264508"/>
                  <a:pt x="1740949" y="2346024"/>
                  <a:pt x="2385991" y="2257419"/>
                </a:cubicBezTo>
                <a:cubicBezTo>
                  <a:pt x="3031033" y="2168814"/>
                  <a:pt x="3878094" y="1849838"/>
                  <a:pt x="4129731" y="1491875"/>
                </a:cubicBezTo>
                <a:cubicBezTo>
                  <a:pt x="4381368" y="1133912"/>
                  <a:pt x="4232513" y="347103"/>
                  <a:pt x="3895815" y="109642"/>
                </a:cubicBezTo>
                <a:cubicBezTo>
                  <a:pt x="3559117" y="-127819"/>
                  <a:pt x="2382448" y="95465"/>
                  <a:pt x="2067015" y="88377"/>
                </a:cubicBezTo>
                <a:close/>
              </a:path>
            </a:pathLst>
          </a:custGeom>
          <a:solidFill>
            <a:srgbClr val="F4E8D3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88F8C9EE-A6E7-FC8A-851E-A325D27454EA}"/>
              </a:ext>
            </a:extLst>
          </p:cNvPr>
          <p:cNvSpPr/>
          <p:nvPr/>
        </p:nvSpPr>
        <p:spPr>
          <a:xfrm>
            <a:off x="2003409" y="6827741"/>
            <a:ext cx="4786907" cy="2292220"/>
          </a:xfrm>
          <a:custGeom>
            <a:avLst/>
            <a:gdLst>
              <a:gd name="csX0" fmla="*/ 1961663 w 4308532"/>
              <a:gd name="csY0" fmla="*/ 47 h 2149519"/>
              <a:gd name="csX1" fmla="*/ 430574 w 4308532"/>
              <a:gd name="csY1" fmla="*/ 425350 h 2149519"/>
              <a:gd name="csX2" fmla="*/ 111598 w 4308532"/>
              <a:gd name="csY2" fmla="*/ 1467341 h 2149519"/>
              <a:gd name="csX3" fmla="*/ 2089253 w 4308532"/>
              <a:gd name="csY3" fmla="*/ 2147824 h 2149519"/>
              <a:gd name="csX4" fmla="*/ 4151970 w 4308532"/>
              <a:gd name="csY4" fmla="*/ 1275954 h 2149519"/>
              <a:gd name="csX5" fmla="*/ 3918053 w 4308532"/>
              <a:gd name="csY5" fmla="*/ 404085 h 2149519"/>
              <a:gd name="csX6" fmla="*/ 1961663 w 4308532"/>
              <a:gd name="csY6" fmla="*/ 47 h 21495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308532" h="2149519">
                <a:moveTo>
                  <a:pt x="1961663" y="47"/>
                </a:moveTo>
                <a:cubicBezTo>
                  <a:pt x="1380416" y="3591"/>
                  <a:pt x="738918" y="180801"/>
                  <a:pt x="430574" y="425350"/>
                </a:cubicBezTo>
                <a:cubicBezTo>
                  <a:pt x="122230" y="669899"/>
                  <a:pt x="-164848" y="1180262"/>
                  <a:pt x="111598" y="1467341"/>
                </a:cubicBezTo>
                <a:cubicBezTo>
                  <a:pt x="388044" y="1754420"/>
                  <a:pt x="1415858" y="2179722"/>
                  <a:pt x="2089253" y="2147824"/>
                </a:cubicBezTo>
                <a:cubicBezTo>
                  <a:pt x="2762648" y="2115926"/>
                  <a:pt x="3847170" y="1566577"/>
                  <a:pt x="4151970" y="1275954"/>
                </a:cubicBezTo>
                <a:cubicBezTo>
                  <a:pt x="4456770" y="985331"/>
                  <a:pt x="4283104" y="616736"/>
                  <a:pt x="3918053" y="404085"/>
                </a:cubicBezTo>
                <a:cubicBezTo>
                  <a:pt x="3553002" y="191434"/>
                  <a:pt x="2542910" y="-3497"/>
                  <a:pt x="1961663" y="47"/>
                </a:cubicBezTo>
                <a:close/>
              </a:path>
            </a:pathLst>
          </a:custGeom>
          <a:solidFill>
            <a:srgbClr val="F4E8D3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8">
            <a:extLst>
              <a:ext uri="{FF2B5EF4-FFF2-40B4-BE49-F238E27FC236}">
                <a16:creationId xmlns:a16="http://schemas.microsoft.com/office/drawing/2014/main" id="{12F3557E-A2AD-7070-AB2F-C39A02E3D13F}"/>
              </a:ext>
            </a:extLst>
          </p:cNvPr>
          <p:cNvSpPr txBox="1"/>
          <p:nvPr/>
        </p:nvSpPr>
        <p:spPr>
          <a:xfrm>
            <a:off x="2386117" y="7166710"/>
            <a:ext cx="3806836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vi-VN" sz="4800">
                <a:solidFill>
                  <a:srgbClr val="50564F"/>
                </a:solidFill>
                <a:latin typeface="iCiel Soup of Justice" pitchFamily="2" charset="0"/>
                <a:ea typeface="Segoe UI Black" panose="020B0A02040204020203" pitchFamily="34" charset="0"/>
                <a:cs typeface="Genty"/>
                <a:sym typeface="Genty"/>
              </a:rPr>
              <a:t>hệ thống và bảo mật</a:t>
            </a:r>
            <a:endParaRPr lang="en-US" sz="4800">
              <a:solidFill>
                <a:srgbClr val="50564F"/>
              </a:solidFill>
              <a:latin typeface="iCiel Soup of Justice" pitchFamily="2" charset="0"/>
              <a:ea typeface="Segoe UI Black" panose="020B0A02040204020203" pitchFamily="34" charset="0"/>
              <a:cs typeface="Genty"/>
              <a:sym typeface="Genty"/>
            </a:endParaRPr>
          </a:p>
        </p:txBody>
      </p:sp>
      <p:sp>
        <p:nvSpPr>
          <p:cNvPr id="36" name="TextBox 8">
            <a:extLst>
              <a:ext uri="{FF2B5EF4-FFF2-40B4-BE49-F238E27FC236}">
                <a16:creationId xmlns:a16="http://schemas.microsoft.com/office/drawing/2014/main" id="{D9D03798-03A4-1044-13E3-D504C6590D2C}"/>
              </a:ext>
            </a:extLst>
          </p:cNvPr>
          <p:cNvSpPr txBox="1"/>
          <p:nvPr/>
        </p:nvSpPr>
        <p:spPr>
          <a:xfrm>
            <a:off x="11164718" y="979028"/>
            <a:ext cx="3806836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vi-VN" sz="4800">
                <a:solidFill>
                  <a:srgbClr val="50564F"/>
                </a:solidFill>
                <a:latin typeface="iCiel Soup of Justice" pitchFamily="2" charset="0"/>
                <a:ea typeface="Segoe UI Black" panose="020B0A02040204020203" pitchFamily="34" charset="0"/>
                <a:cs typeface="Genty"/>
                <a:sym typeface="Genty"/>
              </a:rPr>
              <a:t>dành cho quản lý</a:t>
            </a:r>
            <a:endParaRPr lang="en-US" sz="4800">
              <a:solidFill>
                <a:srgbClr val="50564F"/>
              </a:solidFill>
              <a:latin typeface="iCiel Soup of Justice" pitchFamily="2" charset="0"/>
              <a:ea typeface="Segoe UI Black" panose="020B0A02040204020203" pitchFamily="34" charset="0"/>
              <a:cs typeface="Genty"/>
              <a:sym typeface="Genty"/>
            </a:endParaRPr>
          </a:p>
        </p:txBody>
      </p:sp>
      <p:sp>
        <p:nvSpPr>
          <p:cNvPr id="39" name="TextBox 8">
            <a:extLst>
              <a:ext uri="{FF2B5EF4-FFF2-40B4-BE49-F238E27FC236}">
                <a16:creationId xmlns:a16="http://schemas.microsoft.com/office/drawing/2014/main" id="{FA158647-82BD-818B-A49E-CC02938EA6B7}"/>
              </a:ext>
            </a:extLst>
          </p:cNvPr>
          <p:cNvSpPr txBox="1"/>
          <p:nvPr/>
        </p:nvSpPr>
        <p:spPr>
          <a:xfrm>
            <a:off x="12265266" y="6309396"/>
            <a:ext cx="3806836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vi-VN" sz="4800">
                <a:solidFill>
                  <a:srgbClr val="50564F"/>
                </a:solidFill>
                <a:latin typeface="iCiel Soup of Justice" pitchFamily="2" charset="0"/>
                <a:ea typeface="Segoe UI Black" panose="020B0A02040204020203" pitchFamily="34" charset="0"/>
                <a:cs typeface="Genty"/>
                <a:sym typeface="Genty"/>
              </a:rPr>
              <a:t>dành cho nhân viên</a:t>
            </a:r>
            <a:endParaRPr lang="en-US" sz="4800">
              <a:solidFill>
                <a:srgbClr val="50564F"/>
              </a:solidFill>
              <a:latin typeface="iCiel Soup of Justice" pitchFamily="2" charset="0"/>
              <a:ea typeface="Segoe UI Black" panose="020B0A02040204020203" pitchFamily="34" charset="0"/>
              <a:cs typeface="Genty"/>
              <a:sym typeface="Genty"/>
            </a:endParaRPr>
          </a:p>
        </p:txBody>
      </p:sp>
      <p:sp>
        <p:nvSpPr>
          <p:cNvPr id="40" name="Freeform 9">
            <a:extLst>
              <a:ext uri="{FF2B5EF4-FFF2-40B4-BE49-F238E27FC236}">
                <a16:creationId xmlns:a16="http://schemas.microsoft.com/office/drawing/2014/main" id="{AFB0AAB9-15F0-16A8-9FF7-6BDA35BBE93D}"/>
              </a:ext>
            </a:extLst>
          </p:cNvPr>
          <p:cNvSpPr/>
          <p:nvPr/>
        </p:nvSpPr>
        <p:spPr>
          <a:xfrm rot="20357717">
            <a:off x="6691924" y="690772"/>
            <a:ext cx="437496" cy="469794"/>
          </a:xfrm>
          <a:custGeom>
            <a:avLst/>
            <a:gdLst/>
            <a:ahLst/>
            <a:cxnLst/>
            <a:rect l="l" t="t" r="r" b="b"/>
            <a:pathLst>
              <a:path w="642325" h="689745">
                <a:moveTo>
                  <a:pt x="0" y="0"/>
                </a:moveTo>
                <a:lnTo>
                  <a:pt x="642325" y="0"/>
                </a:lnTo>
                <a:lnTo>
                  <a:pt x="642325" y="689745"/>
                </a:lnTo>
                <a:lnTo>
                  <a:pt x="0" y="6897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26C5553C-6EFF-227F-FED5-D363DEC87909}"/>
              </a:ext>
            </a:extLst>
          </p:cNvPr>
          <p:cNvSpPr/>
          <p:nvPr/>
        </p:nvSpPr>
        <p:spPr>
          <a:xfrm rot="1099266">
            <a:off x="411503" y="1783598"/>
            <a:ext cx="2482996" cy="2627509"/>
          </a:xfrm>
          <a:custGeom>
            <a:avLst/>
            <a:gdLst/>
            <a:ahLst/>
            <a:cxnLst/>
            <a:rect l="l" t="t" r="r" b="b"/>
            <a:pathLst>
              <a:path w="3319486" h="3512683">
                <a:moveTo>
                  <a:pt x="0" y="0"/>
                </a:moveTo>
                <a:lnTo>
                  <a:pt x="3319486" y="0"/>
                </a:lnTo>
                <a:lnTo>
                  <a:pt x="3319486" y="3512683"/>
                </a:lnTo>
                <a:lnTo>
                  <a:pt x="0" y="351268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868748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BD7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CDE6BD-F0F1-92F0-7089-76FA2D501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822813B-B8AD-C3E5-7828-12D6FD7B9FF8}"/>
              </a:ext>
            </a:extLst>
          </p:cNvPr>
          <p:cNvSpPr/>
          <p:nvPr/>
        </p:nvSpPr>
        <p:spPr>
          <a:xfrm>
            <a:off x="2580237" y="1265112"/>
            <a:ext cx="11620083" cy="7216386"/>
          </a:xfrm>
          <a:custGeom>
            <a:avLst/>
            <a:gdLst>
              <a:gd name="csX0" fmla="*/ 6194924 w 15089078"/>
              <a:gd name="csY0" fmla="*/ 328909 h 9129273"/>
              <a:gd name="csX1" fmla="*/ 1711414 w 15089078"/>
              <a:gd name="csY1" fmla="*/ 800857 h 9129273"/>
              <a:gd name="csX2" fmla="*/ 207078 w 15089078"/>
              <a:gd name="csY2" fmla="*/ 2246199 h 9129273"/>
              <a:gd name="csX3" fmla="*/ 59595 w 15089078"/>
              <a:gd name="csY3" fmla="*/ 4841915 h 9129273"/>
              <a:gd name="csX4" fmla="*/ 649530 w 15089078"/>
              <a:gd name="csY4" fmla="*/ 7703103 h 9129273"/>
              <a:gd name="csX5" fmla="*/ 3599207 w 15089078"/>
              <a:gd name="csY5" fmla="*/ 9030457 h 9129273"/>
              <a:gd name="csX6" fmla="*/ 10560446 w 15089078"/>
              <a:gd name="csY6" fmla="*/ 8794483 h 9129273"/>
              <a:gd name="csX7" fmla="*/ 14719491 w 15089078"/>
              <a:gd name="csY7" fmla="*/ 6906690 h 9129273"/>
              <a:gd name="csX8" fmla="*/ 14807982 w 15089078"/>
              <a:gd name="csY8" fmla="*/ 3131103 h 9129273"/>
              <a:gd name="csX9" fmla="*/ 14041066 w 15089078"/>
              <a:gd name="csY9" fmla="*/ 564883 h 9129273"/>
              <a:gd name="csX10" fmla="*/ 11061891 w 15089078"/>
              <a:gd name="csY10" fmla="*/ 4444 h 9129273"/>
              <a:gd name="csX11" fmla="*/ 6194924 w 15089078"/>
              <a:gd name="csY11" fmla="*/ 328909 h 91292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5089078" h="9129273">
                <a:moveTo>
                  <a:pt x="6194924" y="328909"/>
                </a:moveTo>
                <a:cubicBezTo>
                  <a:pt x="4636511" y="461645"/>
                  <a:pt x="2709388" y="481309"/>
                  <a:pt x="1711414" y="800857"/>
                </a:cubicBezTo>
                <a:cubicBezTo>
                  <a:pt x="713440" y="1120405"/>
                  <a:pt x="482381" y="1572689"/>
                  <a:pt x="207078" y="2246199"/>
                </a:cubicBezTo>
                <a:cubicBezTo>
                  <a:pt x="-68225" y="2919709"/>
                  <a:pt x="-14147" y="3932431"/>
                  <a:pt x="59595" y="4841915"/>
                </a:cubicBezTo>
                <a:cubicBezTo>
                  <a:pt x="133337" y="5751399"/>
                  <a:pt x="59595" y="7005013"/>
                  <a:pt x="649530" y="7703103"/>
                </a:cubicBezTo>
                <a:cubicBezTo>
                  <a:pt x="1239465" y="8401193"/>
                  <a:pt x="1947388" y="8848560"/>
                  <a:pt x="3599207" y="9030457"/>
                </a:cubicBezTo>
                <a:cubicBezTo>
                  <a:pt x="5251026" y="9212354"/>
                  <a:pt x="8707065" y="9148444"/>
                  <a:pt x="10560446" y="8794483"/>
                </a:cubicBezTo>
                <a:cubicBezTo>
                  <a:pt x="12413827" y="8440522"/>
                  <a:pt x="14011568" y="7850587"/>
                  <a:pt x="14719491" y="6906690"/>
                </a:cubicBezTo>
                <a:cubicBezTo>
                  <a:pt x="15427414" y="5962793"/>
                  <a:pt x="14921053" y="4188071"/>
                  <a:pt x="14807982" y="3131103"/>
                </a:cubicBezTo>
                <a:cubicBezTo>
                  <a:pt x="14694911" y="2074135"/>
                  <a:pt x="14665415" y="1085993"/>
                  <a:pt x="14041066" y="564883"/>
                </a:cubicBezTo>
                <a:cubicBezTo>
                  <a:pt x="13416718" y="43773"/>
                  <a:pt x="12364665" y="43773"/>
                  <a:pt x="11061891" y="4444"/>
                </a:cubicBezTo>
                <a:cubicBezTo>
                  <a:pt x="9759117" y="-34885"/>
                  <a:pt x="7753337" y="196173"/>
                  <a:pt x="6194924" y="328909"/>
                </a:cubicBezTo>
                <a:close/>
              </a:path>
            </a:pathLst>
          </a:custGeom>
          <a:solidFill>
            <a:srgbClr val="F9F6F0"/>
          </a:solidFill>
          <a:ln w="76200">
            <a:solidFill>
              <a:srgbClr val="BE8D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F4F91E4-A375-2B2C-32FC-B6D3A7449E0E}"/>
              </a:ext>
            </a:extLst>
          </p:cNvPr>
          <p:cNvSpPr/>
          <p:nvPr/>
        </p:nvSpPr>
        <p:spPr>
          <a:xfrm>
            <a:off x="-1490741" y="-1540437"/>
            <a:ext cx="5083817" cy="3345480"/>
          </a:xfrm>
          <a:custGeom>
            <a:avLst/>
            <a:gdLst>
              <a:gd name="csX0" fmla="*/ 0 w 3296093"/>
              <a:gd name="csY0" fmla="*/ 0 h 2169042"/>
              <a:gd name="csX1" fmla="*/ 1339702 w 3296093"/>
              <a:gd name="csY1" fmla="*/ 1637414 h 2169042"/>
              <a:gd name="csX2" fmla="*/ 3296093 w 3296093"/>
              <a:gd name="csY2" fmla="*/ 2169042 h 21690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296093" h="2169042">
                <a:moveTo>
                  <a:pt x="0" y="0"/>
                </a:moveTo>
                <a:cubicBezTo>
                  <a:pt x="395176" y="637953"/>
                  <a:pt x="790353" y="1275907"/>
                  <a:pt x="1339702" y="1637414"/>
                </a:cubicBezTo>
                <a:cubicBezTo>
                  <a:pt x="1889051" y="1998921"/>
                  <a:pt x="2592572" y="2083981"/>
                  <a:pt x="3296093" y="2169042"/>
                </a:cubicBezTo>
              </a:path>
            </a:pathLst>
          </a:custGeom>
          <a:noFill/>
          <a:ln w="57150">
            <a:solidFill>
              <a:srgbClr val="5056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483DAD82-ACAD-88FC-AF2D-76578D19AFF3}"/>
              </a:ext>
            </a:extLst>
          </p:cNvPr>
          <p:cNvSpPr/>
          <p:nvPr/>
        </p:nvSpPr>
        <p:spPr>
          <a:xfrm rot="-1567435">
            <a:off x="680528" y="6312282"/>
            <a:ext cx="2876555" cy="3043973"/>
          </a:xfrm>
          <a:custGeom>
            <a:avLst/>
            <a:gdLst/>
            <a:ahLst/>
            <a:cxnLst/>
            <a:rect l="l" t="t" r="r" b="b"/>
            <a:pathLst>
              <a:path w="3319486" h="3512683">
                <a:moveTo>
                  <a:pt x="0" y="0"/>
                </a:moveTo>
                <a:lnTo>
                  <a:pt x="3319486" y="0"/>
                </a:lnTo>
                <a:lnTo>
                  <a:pt x="3319486" y="3512683"/>
                </a:lnTo>
                <a:lnTo>
                  <a:pt x="0" y="35126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04423DEE-DC87-A956-E3CF-69D913D640CB}"/>
              </a:ext>
            </a:extLst>
          </p:cNvPr>
          <p:cNvSpPr/>
          <p:nvPr/>
        </p:nvSpPr>
        <p:spPr>
          <a:xfrm rot="-10800000" flipV="1">
            <a:off x="12496800" y="6199847"/>
            <a:ext cx="5791200" cy="4087153"/>
          </a:xfrm>
          <a:custGeom>
            <a:avLst/>
            <a:gdLst/>
            <a:ahLst/>
            <a:cxnLst/>
            <a:rect l="l" t="t" r="r" b="b"/>
            <a:pathLst>
              <a:path w="5636712" h="4114800">
                <a:moveTo>
                  <a:pt x="0" y="4114800"/>
                </a:moveTo>
                <a:lnTo>
                  <a:pt x="5636712" y="4114800"/>
                </a:lnTo>
                <a:lnTo>
                  <a:pt x="5636712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B6C8CB3F-F5B0-653C-C60F-A6EBFEA9A794}"/>
              </a:ext>
            </a:extLst>
          </p:cNvPr>
          <p:cNvSpPr/>
          <p:nvPr/>
        </p:nvSpPr>
        <p:spPr>
          <a:xfrm rot="-10800000" flipH="1">
            <a:off x="-8607910" y="-4954101"/>
            <a:ext cx="4593364" cy="2865709"/>
          </a:xfrm>
          <a:custGeom>
            <a:avLst/>
            <a:gdLst/>
            <a:ahLst/>
            <a:cxnLst/>
            <a:rect l="l" t="t" r="r" b="b"/>
            <a:pathLst>
              <a:path w="5636712" h="4114800">
                <a:moveTo>
                  <a:pt x="5636712" y="0"/>
                </a:moveTo>
                <a:lnTo>
                  <a:pt x="0" y="0"/>
                </a:lnTo>
                <a:lnTo>
                  <a:pt x="0" y="4114800"/>
                </a:lnTo>
                <a:lnTo>
                  <a:pt x="5636712" y="4114800"/>
                </a:lnTo>
                <a:lnTo>
                  <a:pt x="563671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F0315BFC-6A2A-AC96-68AF-59E1E69296C8}"/>
              </a:ext>
            </a:extLst>
          </p:cNvPr>
          <p:cNvSpPr/>
          <p:nvPr/>
        </p:nvSpPr>
        <p:spPr>
          <a:xfrm rot="900000">
            <a:off x="14406692" y="747695"/>
            <a:ext cx="3309075" cy="2965759"/>
          </a:xfrm>
          <a:custGeom>
            <a:avLst/>
            <a:gdLst/>
            <a:ahLst/>
            <a:cxnLst/>
            <a:rect l="l" t="t" r="r" b="b"/>
            <a:pathLst>
              <a:path w="3585289" h="3213315">
                <a:moveTo>
                  <a:pt x="0" y="0"/>
                </a:moveTo>
                <a:lnTo>
                  <a:pt x="3585289" y="0"/>
                </a:lnTo>
                <a:lnTo>
                  <a:pt x="3585289" y="3213315"/>
                </a:lnTo>
                <a:lnTo>
                  <a:pt x="0" y="32133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7D64232A-7B03-6D8D-A8D3-7604C59F0F3F}"/>
              </a:ext>
            </a:extLst>
          </p:cNvPr>
          <p:cNvSpPr/>
          <p:nvPr/>
        </p:nvSpPr>
        <p:spPr>
          <a:xfrm rot="-1242283">
            <a:off x="18009795" y="3210659"/>
            <a:ext cx="556410" cy="597487"/>
          </a:xfrm>
          <a:custGeom>
            <a:avLst/>
            <a:gdLst/>
            <a:ahLst/>
            <a:cxnLst/>
            <a:rect l="l" t="t" r="r" b="b"/>
            <a:pathLst>
              <a:path w="642325" h="689745">
                <a:moveTo>
                  <a:pt x="0" y="0"/>
                </a:moveTo>
                <a:lnTo>
                  <a:pt x="642325" y="0"/>
                </a:lnTo>
                <a:lnTo>
                  <a:pt x="642325" y="689745"/>
                </a:lnTo>
                <a:lnTo>
                  <a:pt x="0" y="6897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1D38171B-CBC1-DE9F-0CEE-1812152DBEEE}"/>
              </a:ext>
            </a:extLst>
          </p:cNvPr>
          <p:cNvSpPr/>
          <p:nvPr/>
        </p:nvSpPr>
        <p:spPr>
          <a:xfrm rot="-1242283">
            <a:off x="2715359" y="9758307"/>
            <a:ext cx="642325" cy="689745"/>
          </a:xfrm>
          <a:custGeom>
            <a:avLst/>
            <a:gdLst/>
            <a:ahLst/>
            <a:cxnLst/>
            <a:rect l="l" t="t" r="r" b="b"/>
            <a:pathLst>
              <a:path w="642325" h="689745">
                <a:moveTo>
                  <a:pt x="0" y="0"/>
                </a:moveTo>
                <a:lnTo>
                  <a:pt x="642326" y="0"/>
                </a:lnTo>
                <a:lnTo>
                  <a:pt x="642326" y="689746"/>
                </a:lnTo>
                <a:lnTo>
                  <a:pt x="0" y="6897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8C2630E8-F9B4-B19B-7748-E5AF5DD4862E}"/>
              </a:ext>
            </a:extLst>
          </p:cNvPr>
          <p:cNvSpPr/>
          <p:nvPr/>
        </p:nvSpPr>
        <p:spPr>
          <a:xfrm rot="1958843">
            <a:off x="582890" y="3280632"/>
            <a:ext cx="1058785" cy="1136951"/>
          </a:xfrm>
          <a:custGeom>
            <a:avLst/>
            <a:gdLst/>
            <a:ahLst/>
            <a:cxnLst/>
            <a:rect l="l" t="t" r="r" b="b"/>
            <a:pathLst>
              <a:path w="1058785" h="1136951">
                <a:moveTo>
                  <a:pt x="0" y="0"/>
                </a:moveTo>
                <a:lnTo>
                  <a:pt x="1058786" y="0"/>
                </a:lnTo>
                <a:lnTo>
                  <a:pt x="1058786" y="1136951"/>
                </a:lnTo>
                <a:lnTo>
                  <a:pt x="0" y="11369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1EE6B17-C725-9B5C-3BEF-053229F8EB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-6031283" y="4214694"/>
            <a:ext cx="9546473" cy="1046795"/>
          </a:xfrm>
          <a:prstGeom prst="rect">
            <a:avLst/>
          </a:prstGeom>
        </p:spPr>
      </p:pic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27992FA-F70E-784E-4805-2E87BA414E9B}"/>
              </a:ext>
            </a:extLst>
          </p:cNvPr>
          <p:cNvSpPr/>
          <p:nvPr/>
        </p:nvSpPr>
        <p:spPr>
          <a:xfrm rot="21039325">
            <a:off x="-2024491" y="-4405317"/>
            <a:ext cx="2806996" cy="2062716"/>
          </a:xfrm>
          <a:custGeom>
            <a:avLst/>
            <a:gdLst>
              <a:gd name="csX0" fmla="*/ 0 w 2806996"/>
              <a:gd name="csY0" fmla="*/ 2062716 h 2062716"/>
              <a:gd name="csX1" fmla="*/ 1254642 w 2806996"/>
              <a:gd name="csY1" fmla="*/ 489097 h 2062716"/>
              <a:gd name="csX2" fmla="*/ 2806996 w 2806996"/>
              <a:gd name="csY2" fmla="*/ 0 h 2062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806996" h="2062716">
                <a:moveTo>
                  <a:pt x="0" y="2062716"/>
                </a:moveTo>
                <a:cubicBezTo>
                  <a:pt x="393404" y="1447799"/>
                  <a:pt x="786809" y="832883"/>
                  <a:pt x="1254642" y="489097"/>
                </a:cubicBezTo>
                <a:cubicBezTo>
                  <a:pt x="1722475" y="145311"/>
                  <a:pt x="2264735" y="72655"/>
                  <a:pt x="2806996" y="0"/>
                </a:cubicBezTo>
              </a:path>
            </a:pathLst>
          </a:custGeom>
          <a:noFill/>
          <a:ln w="57150">
            <a:solidFill>
              <a:srgbClr val="5056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7B4FDC8B-F9CC-F005-925C-4FCD7259BF00}"/>
              </a:ext>
            </a:extLst>
          </p:cNvPr>
          <p:cNvSpPr/>
          <p:nvPr/>
        </p:nvSpPr>
        <p:spPr>
          <a:xfrm>
            <a:off x="-4723604" y="-422333"/>
            <a:ext cx="2232838" cy="1850066"/>
          </a:xfrm>
          <a:custGeom>
            <a:avLst/>
            <a:gdLst>
              <a:gd name="csX0" fmla="*/ 2232838 w 2232838"/>
              <a:gd name="csY0" fmla="*/ 0 h 1850066"/>
              <a:gd name="csX1" fmla="*/ 1531089 w 2232838"/>
              <a:gd name="csY1" fmla="*/ 1339703 h 1850066"/>
              <a:gd name="csX2" fmla="*/ 0 w 2232838"/>
              <a:gd name="csY2" fmla="*/ 1850066 h 18500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232838" h="1850066">
                <a:moveTo>
                  <a:pt x="2232838" y="0"/>
                </a:moveTo>
                <a:cubicBezTo>
                  <a:pt x="2068033" y="515679"/>
                  <a:pt x="1903229" y="1031359"/>
                  <a:pt x="1531089" y="1339703"/>
                </a:cubicBezTo>
                <a:cubicBezTo>
                  <a:pt x="1158949" y="1648047"/>
                  <a:pt x="0" y="1850066"/>
                  <a:pt x="0" y="1850066"/>
                </a:cubicBezTo>
              </a:path>
            </a:pathLst>
          </a:custGeom>
          <a:noFill/>
          <a:ln w="57150">
            <a:solidFill>
              <a:srgbClr val="5056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591904FD-71AD-A35D-99C5-DAAD8AD573BB}"/>
              </a:ext>
            </a:extLst>
          </p:cNvPr>
          <p:cNvSpPr/>
          <p:nvPr/>
        </p:nvSpPr>
        <p:spPr>
          <a:xfrm>
            <a:off x="-4480262" y="-2964314"/>
            <a:ext cx="5428848" cy="2813570"/>
          </a:xfrm>
          <a:custGeom>
            <a:avLst/>
            <a:gdLst/>
            <a:ahLst/>
            <a:cxnLst/>
            <a:rect l="l" t="t" r="r" b="b"/>
            <a:pathLst>
              <a:path w="13632925" h="7600356">
                <a:moveTo>
                  <a:pt x="0" y="0"/>
                </a:moveTo>
                <a:lnTo>
                  <a:pt x="13632924" y="0"/>
                </a:lnTo>
                <a:lnTo>
                  <a:pt x="13632924" y="7600355"/>
                </a:lnTo>
                <a:lnTo>
                  <a:pt x="0" y="760035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BF52FD86-836E-A3B7-F866-BBB7A006F6B8}"/>
              </a:ext>
            </a:extLst>
          </p:cNvPr>
          <p:cNvSpPr/>
          <p:nvPr/>
        </p:nvSpPr>
        <p:spPr>
          <a:xfrm rot="1958843">
            <a:off x="-4062467" y="-2261240"/>
            <a:ext cx="1058785" cy="1136951"/>
          </a:xfrm>
          <a:custGeom>
            <a:avLst/>
            <a:gdLst/>
            <a:ahLst/>
            <a:cxnLst/>
            <a:rect l="l" t="t" r="r" b="b"/>
            <a:pathLst>
              <a:path w="1058785" h="1136951">
                <a:moveTo>
                  <a:pt x="0" y="0"/>
                </a:moveTo>
                <a:lnTo>
                  <a:pt x="1058785" y="0"/>
                </a:lnTo>
                <a:lnTo>
                  <a:pt x="1058785" y="1136951"/>
                </a:lnTo>
                <a:lnTo>
                  <a:pt x="0" y="11369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F95F9EF-8E32-872D-0CA0-664782F6AE70}"/>
              </a:ext>
            </a:extLst>
          </p:cNvPr>
          <p:cNvSpPr txBox="1"/>
          <p:nvPr/>
        </p:nvSpPr>
        <p:spPr>
          <a:xfrm>
            <a:off x="-4003075" y="-2616653"/>
            <a:ext cx="4684425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vi-VN" sz="6000">
                <a:solidFill>
                  <a:srgbClr val="50564F"/>
                </a:solidFill>
                <a:latin typeface="iCiel Soup of Justice" pitchFamily="2" charset="0"/>
                <a:ea typeface="Genty"/>
                <a:cs typeface="Genty"/>
                <a:sym typeface="Genty"/>
              </a:rPr>
              <a:t>Các chức năng chính</a:t>
            </a:r>
            <a:endParaRPr lang="en-US" sz="6000">
              <a:solidFill>
                <a:srgbClr val="50564F"/>
              </a:solidFill>
              <a:latin typeface="iCiel Soup of Justice" pitchFamily="2" charset="0"/>
              <a:ea typeface="Genty"/>
              <a:cs typeface="Genty"/>
              <a:sym typeface="Genty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B49AB2CF-0690-F66B-BE20-A6229A96084F}"/>
              </a:ext>
            </a:extLst>
          </p:cNvPr>
          <p:cNvSpPr/>
          <p:nvPr/>
        </p:nvSpPr>
        <p:spPr>
          <a:xfrm rot="299095">
            <a:off x="245778" y="-5689990"/>
            <a:ext cx="4444503" cy="2229807"/>
          </a:xfrm>
          <a:custGeom>
            <a:avLst/>
            <a:gdLst>
              <a:gd name="csX0" fmla="*/ 2064405 w 4348049"/>
              <a:gd name="csY0" fmla="*/ 223872 h 2032927"/>
              <a:gd name="csX1" fmla="*/ 660907 w 4348049"/>
              <a:gd name="csY1" fmla="*/ 308933 h 2032927"/>
              <a:gd name="csX2" fmla="*/ 22953 w 4348049"/>
              <a:gd name="csY2" fmla="*/ 946886 h 2032927"/>
              <a:gd name="csX3" fmla="*/ 341930 w 4348049"/>
              <a:gd name="csY3" fmla="*/ 1988877 h 2032927"/>
              <a:gd name="csX4" fmla="*/ 2170730 w 4348049"/>
              <a:gd name="csY4" fmla="*/ 1797491 h 2032927"/>
              <a:gd name="csX5" fmla="*/ 4148386 w 4348049"/>
              <a:gd name="csY5" fmla="*/ 1414719 h 2032927"/>
              <a:gd name="csX6" fmla="*/ 4169651 w 4348049"/>
              <a:gd name="csY6" fmla="*/ 585379 h 2032927"/>
              <a:gd name="csX7" fmla="*/ 3170191 w 4348049"/>
              <a:gd name="csY7" fmla="*/ 11221 h 2032927"/>
              <a:gd name="csX8" fmla="*/ 2064405 w 4348049"/>
              <a:gd name="csY8" fmla="*/ 223872 h 20329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348049" h="2032927">
                <a:moveTo>
                  <a:pt x="2064405" y="223872"/>
                </a:moveTo>
                <a:cubicBezTo>
                  <a:pt x="1646191" y="273491"/>
                  <a:pt x="1001149" y="188431"/>
                  <a:pt x="660907" y="308933"/>
                </a:cubicBezTo>
                <a:cubicBezTo>
                  <a:pt x="320665" y="429435"/>
                  <a:pt x="76116" y="666895"/>
                  <a:pt x="22953" y="946886"/>
                </a:cubicBezTo>
                <a:cubicBezTo>
                  <a:pt x="-30210" y="1226877"/>
                  <a:pt x="-16033" y="1847109"/>
                  <a:pt x="341930" y="1988877"/>
                </a:cubicBezTo>
                <a:cubicBezTo>
                  <a:pt x="699893" y="2130645"/>
                  <a:pt x="1536321" y="1893184"/>
                  <a:pt x="2170730" y="1797491"/>
                </a:cubicBezTo>
                <a:cubicBezTo>
                  <a:pt x="2805139" y="1701798"/>
                  <a:pt x="3815233" y="1616738"/>
                  <a:pt x="4148386" y="1414719"/>
                </a:cubicBezTo>
                <a:cubicBezTo>
                  <a:pt x="4481539" y="1212700"/>
                  <a:pt x="4332684" y="819295"/>
                  <a:pt x="4169651" y="585379"/>
                </a:cubicBezTo>
                <a:cubicBezTo>
                  <a:pt x="4006618" y="351463"/>
                  <a:pt x="3517521" y="75016"/>
                  <a:pt x="3170191" y="11221"/>
                </a:cubicBezTo>
                <a:cubicBezTo>
                  <a:pt x="2822861" y="-52574"/>
                  <a:pt x="2482619" y="174253"/>
                  <a:pt x="2064405" y="223872"/>
                </a:cubicBezTo>
                <a:close/>
              </a:path>
            </a:pathLst>
          </a:custGeom>
          <a:solidFill>
            <a:srgbClr val="F4E8D3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E13FF434-212D-CAFB-6335-77DE59547F6F}"/>
              </a:ext>
            </a:extLst>
          </p:cNvPr>
          <p:cNvSpPr/>
          <p:nvPr/>
        </p:nvSpPr>
        <p:spPr>
          <a:xfrm>
            <a:off x="1330922" y="452932"/>
            <a:ext cx="4255902" cy="2292220"/>
          </a:xfrm>
          <a:custGeom>
            <a:avLst/>
            <a:gdLst>
              <a:gd name="csX0" fmla="*/ 2067015 w 4255902"/>
              <a:gd name="csY0" fmla="*/ 88377 h 2292220"/>
              <a:gd name="csX1" fmla="*/ 2003219 w 4255902"/>
              <a:gd name="csY1" fmla="*/ 67112 h 2292220"/>
              <a:gd name="csX2" fmla="*/ 748577 w 4255902"/>
              <a:gd name="csY2" fmla="*/ 215968 h 2292220"/>
              <a:gd name="csX3" fmla="*/ 89359 w 4255902"/>
              <a:gd name="csY3" fmla="*/ 811391 h 2292220"/>
              <a:gd name="csX4" fmla="*/ 259480 w 4255902"/>
              <a:gd name="csY4" fmla="*/ 2023503 h 2292220"/>
              <a:gd name="csX5" fmla="*/ 2385991 w 4255902"/>
              <a:gd name="csY5" fmla="*/ 2257419 h 2292220"/>
              <a:gd name="csX6" fmla="*/ 4129731 w 4255902"/>
              <a:gd name="csY6" fmla="*/ 1491875 h 2292220"/>
              <a:gd name="csX7" fmla="*/ 3895815 w 4255902"/>
              <a:gd name="csY7" fmla="*/ 109642 h 2292220"/>
              <a:gd name="csX8" fmla="*/ 2067015 w 4255902"/>
              <a:gd name="csY8" fmla="*/ 88377 h 22922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255902" h="2292220">
                <a:moveTo>
                  <a:pt x="2067015" y="88377"/>
                </a:moveTo>
                <a:cubicBezTo>
                  <a:pt x="1751582" y="81289"/>
                  <a:pt x="2222959" y="45847"/>
                  <a:pt x="2003219" y="67112"/>
                </a:cubicBezTo>
                <a:cubicBezTo>
                  <a:pt x="1783479" y="88377"/>
                  <a:pt x="1067554" y="91922"/>
                  <a:pt x="748577" y="215968"/>
                </a:cubicBezTo>
                <a:cubicBezTo>
                  <a:pt x="429600" y="340014"/>
                  <a:pt x="170875" y="510135"/>
                  <a:pt x="89359" y="811391"/>
                </a:cubicBezTo>
                <a:cubicBezTo>
                  <a:pt x="7843" y="1112647"/>
                  <a:pt x="-123292" y="1782498"/>
                  <a:pt x="259480" y="2023503"/>
                </a:cubicBezTo>
                <a:cubicBezTo>
                  <a:pt x="642252" y="2264508"/>
                  <a:pt x="1740949" y="2346024"/>
                  <a:pt x="2385991" y="2257419"/>
                </a:cubicBezTo>
                <a:cubicBezTo>
                  <a:pt x="3031033" y="2168814"/>
                  <a:pt x="3878094" y="1849838"/>
                  <a:pt x="4129731" y="1491875"/>
                </a:cubicBezTo>
                <a:cubicBezTo>
                  <a:pt x="4381368" y="1133912"/>
                  <a:pt x="4232513" y="347103"/>
                  <a:pt x="3895815" y="109642"/>
                </a:cubicBezTo>
                <a:cubicBezTo>
                  <a:pt x="3559117" y="-127819"/>
                  <a:pt x="2382448" y="95465"/>
                  <a:pt x="2067015" y="88377"/>
                </a:cubicBezTo>
                <a:close/>
              </a:path>
            </a:pathLst>
          </a:custGeom>
          <a:solidFill>
            <a:srgbClr val="F4E8D3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AE732D6C-D879-361E-E4E9-7ED1032B610E}"/>
              </a:ext>
            </a:extLst>
          </p:cNvPr>
          <p:cNvSpPr/>
          <p:nvPr/>
        </p:nvSpPr>
        <p:spPr>
          <a:xfrm>
            <a:off x="-8801453" y="396327"/>
            <a:ext cx="4786907" cy="2292220"/>
          </a:xfrm>
          <a:custGeom>
            <a:avLst/>
            <a:gdLst>
              <a:gd name="csX0" fmla="*/ 1961663 w 4308532"/>
              <a:gd name="csY0" fmla="*/ 47 h 2149519"/>
              <a:gd name="csX1" fmla="*/ 430574 w 4308532"/>
              <a:gd name="csY1" fmla="*/ 425350 h 2149519"/>
              <a:gd name="csX2" fmla="*/ 111598 w 4308532"/>
              <a:gd name="csY2" fmla="*/ 1467341 h 2149519"/>
              <a:gd name="csX3" fmla="*/ 2089253 w 4308532"/>
              <a:gd name="csY3" fmla="*/ 2147824 h 2149519"/>
              <a:gd name="csX4" fmla="*/ 4151970 w 4308532"/>
              <a:gd name="csY4" fmla="*/ 1275954 h 2149519"/>
              <a:gd name="csX5" fmla="*/ 3918053 w 4308532"/>
              <a:gd name="csY5" fmla="*/ 404085 h 2149519"/>
              <a:gd name="csX6" fmla="*/ 1961663 w 4308532"/>
              <a:gd name="csY6" fmla="*/ 47 h 21495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308532" h="2149519">
                <a:moveTo>
                  <a:pt x="1961663" y="47"/>
                </a:moveTo>
                <a:cubicBezTo>
                  <a:pt x="1380416" y="3591"/>
                  <a:pt x="738918" y="180801"/>
                  <a:pt x="430574" y="425350"/>
                </a:cubicBezTo>
                <a:cubicBezTo>
                  <a:pt x="122230" y="669899"/>
                  <a:pt x="-164848" y="1180262"/>
                  <a:pt x="111598" y="1467341"/>
                </a:cubicBezTo>
                <a:cubicBezTo>
                  <a:pt x="388044" y="1754420"/>
                  <a:pt x="1415858" y="2179722"/>
                  <a:pt x="2089253" y="2147824"/>
                </a:cubicBezTo>
                <a:cubicBezTo>
                  <a:pt x="2762648" y="2115926"/>
                  <a:pt x="3847170" y="1566577"/>
                  <a:pt x="4151970" y="1275954"/>
                </a:cubicBezTo>
                <a:cubicBezTo>
                  <a:pt x="4456770" y="985331"/>
                  <a:pt x="4283104" y="616736"/>
                  <a:pt x="3918053" y="404085"/>
                </a:cubicBezTo>
                <a:cubicBezTo>
                  <a:pt x="3553002" y="191434"/>
                  <a:pt x="2542910" y="-3497"/>
                  <a:pt x="1961663" y="47"/>
                </a:cubicBezTo>
                <a:close/>
              </a:path>
            </a:pathLst>
          </a:custGeom>
          <a:solidFill>
            <a:srgbClr val="F4E8D3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8">
            <a:extLst>
              <a:ext uri="{FF2B5EF4-FFF2-40B4-BE49-F238E27FC236}">
                <a16:creationId xmlns:a16="http://schemas.microsoft.com/office/drawing/2014/main" id="{3B15BF1D-0DA0-D0DF-520C-1E522E33CC7F}"/>
              </a:ext>
            </a:extLst>
          </p:cNvPr>
          <p:cNvSpPr txBox="1"/>
          <p:nvPr/>
        </p:nvSpPr>
        <p:spPr>
          <a:xfrm>
            <a:off x="-8418745" y="735296"/>
            <a:ext cx="3806836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vi-VN" sz="4800">
                <a:solidFill>
                  <a:srgbClr val="50564F"/>
                </a:solidFill>
                <a:latin typeface="iCiel Soup of Justice" pitchFamily="2" charset="0"/>
                <a:ea typeface="Segoe UI Black" panose="020B0A02040204020203" pitchFamily="34" charset="0"/>
                <a:cs typeface="Genty"/>
                <a:sym typeface="Genty"/>
              </a:rPr>
              <a:t>hệ thống và bảo mật</a:t>
            </a:r>
            <a:endParaRPr lang="en-US" sz="4800">
              <a:solidFill>
                <a:srgbClr val="50564F"/>
              </a:solidFill>
              <a:latin typeface="iCiel Soup of Justice" pitchFamily="2" charset="0"/>
              <a:ea typeface="Segoe UI Black" panose="020B0A02040204020203" pitchFamily="34" charset="0"/>
              <a:cs typeface="Genty"/>
              <a:sym typeface="Genty"/>
            </a:endParaRPr>
          </a:p>
        </p:txBody>
      </p:sp>
      <p:sp>
        <p:nvSpPr>
          <p:cNvPr id="36" name="TextBox 8">
            <a:extLst>
              <a:ext uri="{FF2B5EF4-FFF2-40B4-BE49-F238E27FC236}">
                <a16:creationId xmlns:a16="http://schemas.microsoft.com/office/drawing/2014/main" id="{FF7DC1E7-F3A8-8C2E-BEF1-E9B932912291}"/>
              </a:ext>
            </a:extLst>
          </p:cNvPr>
          <p:cNvSpPr txBox="1"/>
          <p:nvPr/>
        </p:nvSpPr>
        <p:spPr>
          <a:xfrm>
            <a:off x="359856" y="-5452386"/>
            <a:ext cx="3806836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vi-VN" sz="4800">
                <a:solidFill>
                  <a:srgbClr val="50564F"/>
                </a:solidFill>
                <a:latin typeface="iCiel Soup of Justice" pitchFamily="2" charset="0"/>
                <a:ea typeface="Segoe UI Black" panose="020B0A02040204020203" pitchFamily="34" charset="0"/>
                <a:cs typeface="Genty"/>
                <a:sym typeface="Genty"/>
              </a:rPr>
              <a:t>dành cho quản lý</a:t>
            </a:r>
            <a:endParaRPr lang="en-US" sz="4800">
              <a:solidFill>
                <a:srgbClr val="50564F"/>
              </a:solidFill>
              <a:latin typeface="iCiel Soup of Justice" pitchFamily="2" charset="0"/>
              <a:ea typeface="Segoe UI Black" panose="020B0A02040204020203" pitchFamily="34" charset="0"/>
              <a:cs typeface="Genty"/>
              <a:sym typeface="Genty"/>
            </a:endParaRPr>
          </a:p>
        </p:txBody>
      </p:sp>
      <p:sp>
        <p:nvSpPr>
          <p:cNvPr id="39" name="TextBox 8">
            <a:extLst>
              <a:ext uri="{FF2B5EF4-FFF2-40B4-BE49-F238E27FC236}">
                <a16:creationId xmlns:a16="http://schemas.microsoft.com/office/drawing/2014/main" id="{F61620BA-2C0A-C07F-C49B-7BD99D5D58DB}"/>
              </a:ext>
            </a:extLst>
          </p:cNvPr>
          <p:cNvSpPr txBox="1"/>
          <p:nvPr/>
        </p:nvSpPr>
        <p:spPr>
          <a:xfrm>
            <a:off x="1567500" y="753247"/>
            <a:ext cx="3806836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vi-VN" sz="4800">
                <a:solidFill>
                  <a:srgbClr val="50564F"/>
                </a:solidFill>
                <a:latin typeface="iCiel Soup of Justice" pitchFamily="2" charset="0"/>
                <a:ea typeface="Segoe UI Black" panose="020B0A02040204020203" pitchFamily="34" charset="0"/>
                <a:cs typeface="Genty"/>
                <a:sym typeface="Genty"/>
              </a:rPr>
              <a:t>dành cho nhân viên</a:t>
            </a:r>
            <a:endParaRPr lang="en-US" sz="4800">
              <a:solidFill>
                <a:srgbClr val="50564F"/>
              </a:solidFill>
              <a:latin typeface="iCiel Soup of Justice" pitchFamily="2" charset="0"/>
              <a:ea typeface="Segoe UI Black" panose="020B0A02040204020203" pitchFamily="34" charset="0"/>
              <a:cs typeface="Genty"/>
              <a:sym typeface="Genty"/>
            </a:endParaRPr>
          </a:p>
        </p:txBody>
      </p:sp>
      <p:sp>
        <p:nvSpPr>
          <p:cNvPr id="40" name="Freeform 9">
            <a:extLst>
              <a:ext uri="{FF2B5EF4-FFF2-40B4-BE49-F238E27FC236}">
                <a16:creationId xmlns:a16="http://schemas.microsoft.com/office/drawing/2014/main" id="{21A97AE5-A481-2BA9-86C2-70B58CDBCCF9}"/>
              </a:ext>
            </a:extLst>
          </p:cNvPr>
          <p:cNvSpPr/>
          <p:nvPr/>
        </p:nvSpPr>
        <p:spPr>
          <a:xfrm rot="20357717">
            <a:off x="7392082" y="-208990"/>
            <a:ext cx="437496" cy="469794"/>
          </a:xfrm>
          <a:custGeom>
            <a:avLst/>
            <a:gdLst/>
            <a:ahLst/>
            <a:cxnLst/>
            <a:rect l="l" t="t" r="r" b="b"/>
            <a:pathLst>
              <a:path w="642325" h="689745">
                <a:moveTo>
                  <a:pt x="0" y="0"/>
                </a:moveTo>
                <a:lnTo>
                  <a:pt x="642325" y="0"/>
                </a:lnTo>
                <a:lnTo>
                  <a:pt x="642325" y="689745"/>
                </a:lnTo>
                <a:lnTo>
                  <a:pt x="0" y="6897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208A8F-C3E0-F0B4-7537-9469412EFB98}"/>
              </a:ext>
            </a:extLst>
          </p:cNvPr>
          <p:cNvSpPr txBox="1"/>
          <p:nvPr/>
        </p:nvSpPr>
        <p:spPr>
          <a:xfrm>
            <a:off x="3476079" y="2887295"/>
            <a:ext cx="1064983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vi-VN" sz="4000" b="1">
                <a:solidFill>
                  <a:srgbClr val="46281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- Bán hàng, xuất hóa đơn.</a:t>
            </a:r>
          </a:p>
          <a:p>
            <a:pPr algn="just"/>
            <a:r>
              <a:rPr lang="vi-VN" sz="4000" b="1">
                <a:solidFill>
                  <a:srgbClr val="46281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- Theo dõi trạng thái các bàn.</a:t>
            </a:r>
          </a:p>
          <a:p>
            <a:pPr algn="just"/>
            <a:r>
              <a:rPr lang="vi-VN" sz="4000" b="1">
                <a:solidFill>
                  <a:srgbClr val="46281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- Theo dõi trạng thái thực đơn.</a:t>
            </a:r>
          </a:p>
          <a:p>
            <a:pPr algn="just"/>
            <a:r>
              <a:rPr lang="vi-VN" sz="4000" b="1">
                <a:solidFill>
                  <a:srgbClr val="46281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- Xem khách hàng thành viên.</a:t>
            </a:r>
          </a:p>
          <a:p>
            <a:pPr algn="just"/>
            <a:r>
              <a:rPr lang="vi-VN" sz="4000" b="1">
                <a:solidFill>
                  <a:srgbClr val="46281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- Xem lịch sử bán hàng trong ngày.</a:t>
            </a:r>
          </a:p>
          <a:p>
            <a:pPr algn="just"/>
            <a:r>
              <a:rPr lang="vi-VN" sz="4000" b="1">
                <a:solidFill>
                  <a:srgbClr val="46281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- Theo dõi và cập nhật kho hàng.</a:t>
            </a:r>
          </a:p>
        </p:txBody>
      </p:sp>
    </p:spTree>
    <p:extLst>
      <p:ext uri="{BB962C8B-B14F-4D97-AF65-F5344CB8AC3E}">
        <p14:creationId xmlns:p14="http://schemas.microsoft.com/office/powerpoint/2010/main" val="24889131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BD7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467973-BD06-E164-7205-252D9140C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2C13E44-5FAD-0CFF-7BD8-EA5F1B45BB0A}"/>
              </a:ext>
            </a:extLst>
          </p:cNvPr>
          <p:cNvSpPr/>
          <p:nvPr/>
        </p:nvSpPr>
        <p:spPr>
          <a:xfrm>
            <a:off x="12399683" y="1609943"/>
            <a:ext cx="1386044" cy="691316"/>
          </a:xfrm>
          <a:custGeom>
            <a:avLst/>
            <a:gdLst>
              <a:gd name="csX0" fmla="*/ 8444059 w 16146797"/>
              <a:gd name="csY0" fmla="*/ 7994304 h 8075215"/>
              <a:gd name="csX1" fmla="*/ 2161247 w 16146797"/>
              <a:gd name="csY1" fmla="*/ 7728833 h 8075215"/>
              <a:gd name="csX2" fmla="*/ 184963 w 16146797"/>
              <a:gd name="csY2" fmla="*/ 5339594 h 8075215"/>
              <a:gd name="csX3" fmla="*/ 361943 w 16146797"/>
              <a:gd name="csY3" fmla="*/ 1740987 h 8075215"/>
              <a:gd name="csX4" fmla="*/ 2633195 w 16146797"/>
              <a:gd name="csY4" fmla="*/ 266149 h 8075215"/>
              <a:gd name="csX5" fmla="*/ 6674253 w 16146797"/>
              <a:gd name="csY5" fmla="*/ 678 h 8075215"/>
              <a:gd name="csX6" fmla="*/ 12101659 w 16146797"/>
              <a:gd name="csY6" fmla="*/ 207155 h 8075215"/>
              <a:gd name="csX7" fmla="*/ 14815363 w 16146797"/>
              <a:gd name="csY7" fmla="*/ 708600 h 8075215"/>
              <a:gd name="csX8" fmla="*/ 16024730 w 16146797"/>
              <a:gd name="csY8" fmla="*/ 2743878 h 8075215"/>
              <a:gd name="csX9" fmla="*/ 15995234 w 16146797"/>
              <a:gd name="csY9" fmla="*/ 5192110 h 8075215"/>
              <a:gd name="csX10" fmla="*/ 15051337 w 16146797"/>
              <a:gd name="csY10" fmla="*/ 7315878 h 8075215"/>
              <a:gd name="csX11" fmla="*/ 11423234 w 16146797"/>
              <a:gd name="csY11" fmla="*/ 8023800 h 8075215"/>
              <a:gd name="csX12" fmla="*/ 8444059 w 16146797"/>
              <a:gd name="csY12" fmla="*/ 7994304 h 80752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6146797" h="8075215">
                <a:moveTo>
                  <a:pt x="8444059" y="7994304"/>
                </a:moveTo>
                <a:cubicBezTo>
                  <a:pt x="6900395" y="7945143"/>
                  <a:pt x="3537763" y="8171285"/>
                  <a:pt x="2161247" y="7728833"/>
                </a:cubicBezTo>
                <a:cubicBezTo>
                  <a:pt x="784731" y="7286381"/>
                  <a:pt x="484847" y="6337568"/>
                  <a:pt x="184963" y="5339594"/>
                </a:cubicBezTo>
                <a:cubicBezTo>
                  <a:pt x="-114921" y="4341620"/>
                  <a:pt x="-46096" y="2586561"/>
                  <a:pt x="361943" y="1740987"/>
                </a:cubicBezTo>
                <a:cubicBezTo>
                  <a:pt x="769982" y="895413"/>
                  <a:pt x="1581143" y="556200"/>
                  <a:pt x="2633195" y="266149"/>
                </a:cubicBezTo>
                <a:cubicBezTo>
                  <a:pt x="3685247" y="-23903"/>
                  <a:pt x="5096176" y="10510"/>
                  <a:pt x="6674253" y="678"/>
                </a:cubicBezTo>
                <a:cubicBezTo>
                  <a:pt x="8252330" y="-9154"/>
                  <a:pt x="10744807" y="89168"/>
                  <a:pt x="12101659" y="207155"/>
                </a:cubicBezTo>
                <a:cubicBezTo>
                  <a:pt x="13458511" y="325142"/>
                  <a:pt x="14161518" y="285813"/>
                  <a:pt x="14815363" y="708600"/>
                </a:cubicBezTo>
                <a:cubicBezTo>
                  <a:pt x="15469208" y="1131387"/>
                  <a:pt x="15828085" y="1996626"/>
                  <a:pt x="16024730" y="2743878"/>
                </a:cubicBezTo>
                <a:cubicBezTo>
                  <a:pt x="16221375" y="3491130"/>
                  <a:pt x="16157466" y="4430110"/>
                  <a:pt x="15995234" y="5192110"/>
                </a:cubicBezTo>
                <a:cubicBezTo>
                  <a:pt x="15833002" y="5954110"/>
                  <a:pt x="15813337" y="6843930"/>
                  <a:pt x="15051337" y="7315878"/>
                </a:cubicBezTo>
                <a:cubicBezTo>
                  <a:pt x="14289337" y="7787826"/>
                  <a:pt x="12529363" y="7915645"/>
                  <a:pt x="11423234" y="8023800"/>
                </a:cubicBezTo>
                <a:cubicBezTo>
                  <a:pt x="10317105" y="8131955"/>
                  <a:pt x="9987723" y="8043465"/>
                  <a:pt x="8444059" y="7994304"/>
                </a:cubicBezTo>
                <a:close/>
              </a:path>
            </a:pathLst>
          </a:custGeom>
          <a:solidFill>
            <a:srgbClr val="F9F6F0"/>
          </a:solidFill>
          <a:ln w="76200">
            <a:solidFill>
              <a:srgbClr val="BE8D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3D4925E-CFAA-3463-7B4E-D9595272E972}"/>
              </a:ext>
            </a:extLst>
          </p:cNvPr>
          <p:cNvSpPr/>
          <p:nvPr/>
        </p:nvSpPr>
        <p:spPr>
          <a:xfrm>
            <a:off x="12737520" y="6653680"/>
            <a:ext cx="2015522" cy="1251694"/>
          </a:xfrm>
          <a:custGeom>
            <a:avLst/>
            <a:gdLst>
              <a:gd name="csX0" fmla="*/ 6194924 w 15089078"/>
              <a:gd name="csY0" fmla="*/ 328909 h 9129273"/>
              <a:gd name="csX1" fmla="*/ 1711414 w 15089078"/>
              <a:gd name="csY1" fmla="*/ 800857 h 9129273"/>
              <a:gd name="csX2" fmla="*/ 207078 w 15089078"/>
              <a:gd name="csY2" fmla="*/ 2246199 h 9129273"/>
              <a:gd name="csX3" fmla="*/ 59595 w 15089078"/>
              <a:gd name="csY3" fmla="*/ 4841915 h 9129273"/>
              <a:gd name="csX4" fmla="*/ 649530 w 15089078"/>
              <a:gd name="csY4" fmla="*/ 7703103 h 9129273"/>
              <a:gd name="csX5" fmla="*/ 3599207 w 15089078"/>
              <a:gd name="csY5" fmla="*/ 9030457 h 9129273"/>
              <a:gd name="csX6" fmla="*/ 10560446 w 15089078"/>
              <a:gd name="csY6" fmla="*/ 8794483 h 9129273"/>
              <a:gd name="csX7" fmla="*/ 14719491 w 15089078"/>
              <a:gd name="csY7" fmla="*/ 6906690 h 9129273"/>
              <a:gd name="csX8" fmla="*/ 14807982 w 15089078"/>
              <a:gd name="csY8" fmla="*/ 3131103 h 9129273"/>
              <a:gd name="csX9" fmla="*/ 14041066 w 15089078"/>
              <a:gd name="csY9" fmla="*/ 564883 h 9129273"/>
              <a:gd name="csX10" fmla="*/ 11061891 w 15089078"/>
              <a:gd name="csY10" fmla="*/ 4444 h 9129273"/>
              <a:gd name="csX11" fmla="*/ 6194924 w 15089078"/>
              <a:gd name="csY11" fmla="*/ 328909 h 91292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5089078" h="9129273">
                <a:moveTo>
                  <a:pt x="6194924" y="328909"/>
                </a:moveTo>
                <a:cubicBezTo>
                  <a:pt x="4636511" y="461645"/>
                  <a:pt x="2709388" y="481309"/>
                  <a:pt x="1711414" y="800857"/>
                </a:cubicBezTo>
                <a:cubicBezTo>
                  <a:pt x="713440" y="1120405"/>
                  <a:pt x="482381" y="1572689"/>
                  <a:pt x="207078" y="2246199"/>
                </a:cubicBezTo>
                <a:cubicBezTo>
                  <a:pt x="-68225" y="2919709"/>
                  <a:pt x="-14147" y="3932431"/>
                  <a:pt x="59595" y="4841915"/>
                </a:cubicBezTo>
                <a:cubicBezTo>
                  <a:pt x="133337" y="5751399"/>
                  <a:pt x="59595" y="7005013"/>
                  <a:pt x="649530" y="7703103"/>
                </a:cubicBezTo>
                <a:cubicBezTo>
                  <a:pt x="1239465" y="8401193"/>
                  <a:pt x="1947388" y="8848560"/>
                  <a:pt x="3599207" y="9030457"/>
                </a:cubicBezTo>
                <a:cubicBezTo>
                  <a:pt x="5251026" y="9212354"/>
                  <a:pt x="8707065" y="9148444"/>
                  <a:pt x="10560446" y="8794483"/>
                </a:cubicBezTo>
                <a:cubicBezTo>
                  <a:pt x="12413827" y="8440522"/>
                  <a:pt x="14011568" y="7850587"/>
                  <a:pt x="14719491" y="6906690"/>
                </a:cubicBezTo>
                <a:cubicBezTo>
                  <a:pt x="15427414" y="5962793"/>
                  <a:pt x="14921053" y="4188071"/>
                  <a:pt x="14807982" y="3131103"/>
                </a:cubicBezTo>
                <a:cubicBezTo>
                  <a:pt x="14694911" y="2074135"/>
                  <a:pt x="14665415" y="1085993"/>
                  <a:pt x="14041066" y="564883"/>
                </a:cubicBezTo>
                <a:cubicBezTo>
                  <a:pt x="13416718" y="43773"/>
                  <a:pt x="12364665" y="43773"/>
                  <a:pt x="11061891" y="4444"/>
                </a:cubicBezTo>
                <a:cubicBezTo>
                  <a:pt x="9759117" y="-34885"/>
                  <a:pt x="7753337" y="196173"/>
                  <a:pt x="6194924" y="328909"/>
                </a:cubicBezTo>
                <a:close/>
              </a:path>
            </a:pathLst>
          </a:custGeom>
          <a:solidFill>
            <a:srgbClr val="F9F6F0"/>
          </a:solidFill>
          <a:ln w="76200">
            <a:solidFill>
              <a:srgbClr val="BE8D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E5ED04B-349C-1EFF-134F-B8F8DCE3C16C}"/>
              </a:ext>
            </a:extLst>
          </p:cNvPr>
          <p:cNvSpPr/>
          <p:nvPr/>
        </p:nvSpPr>
        <p:spPr>
          <a:xfrm>
            <a:off x="12521217" y="1722627"/>
            <a:ext cx="768503" cy="384338"/>
          </a:xfrm>
          <a:custGeom>
            <a:avLst/>
            <a:gdLst>
              <a:gd name="csX0" fmla="*/ 8444059 w 16146797"/>
              <a:gd name="csY0" fmla="*/ 7994304 h 8075215"/>
              <a:gd name="csX1" fmla="*/ 2161247 w 16146797"/>
              <a:gd name="csY1" fmla="*/ 7728833 h 8075215"/>
              <a:gd name="csX2" fmla="*/ 184963 w 16146797"/>
              <a:gd name="csY2" fmla="*/ 5339594 h 8075215"/>
              <a:gd name="csX3" fmla="*/ 361943 w 16146797"/>
              <a:gd name="csY3" fmla="*/ 1740987 h 8075215"/>
              <a:gd name="csX4" fmla="*/ 2633195 w 16146797"/>
              <a:gd name="csY4" fmla="*/ 266149 h 8075215"/>
              <a:gd name="csX5" fmla="*/ 6674253 w 16146797"/>
              <a:gd name="csY5" fmla="*/ 678 h 8075215"/>
              <a:gd name="csX6" fmla="*/ 12101659 w 16146797"/>
              <a:gd name="csY6" fmla="*/ 207155 h 8075215"/>
              <a:gd name="csX7" fmla="*/ 14815363 w 16146797"/>
              <a:gd name="csY7" fmla="*/ 708600 h 8075215"/>
              <a:gd name="csX8" fmla="*/ 16024730 w 16146797"/>
              <a:gd name="csY8" fmla="*/ 2743878 h 8075215"/>
              <a:gd name="csX9" fmla="*/ 15995234 w 16146797"/>
              <a:gd name="csY9" fmla="*/ 5192110 h 8075215"/>
              <a:gd name="csX10" fmla="*/ 15051337 w 16146797"/>
              <a:gd name="csY10" fmla="*/ 7315878 h 8075215"/>
              <a:gd name="csX11" fmla="*/ 11423234 w 16146797"/>
              <a:gd name="csY11" fmla="*/ 8023800 h 8075215"/>
              <a:gd name="csX12" fmla="*/ 8444059 w 16146797"/>
              <a:gd name="csY12" fmla="*/ 7994304 h 80752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6146797" h="8075215">
                <a:moveTo>
                  <a:pt x="8444059" y="7994304"/>
                </a:moveTo>
                <a:cubicBezTo>
                  <a:pt x="6900395" y="7945143"/>
                  <a:pt x="3537763" y="8171285"/>
                  <a:pt x="2161247" y="7728833"/>
                </a:cubicBezTo>
                <a:cubicBezTo>
                  <a:pt x="784731" y="7286381"/>
                  <a:pt x="484847" y="6337568"/>
                  <a:pt x="184963" y="5339594"/>
                </a:cubicBezTo>
                <a:cubicBezTo>
                  <a:pt x="-114921" y="4341620"/>
                  <a:pt x="-46096" y="2586561"/>
                  <a:pt x="361943" y="1740987"/>
                </a:cubicBezTo>
                <a:cubicBezTo>
                  <a:pt x="769982" y="895413"/>
                  <a:pt x="1581143" y="556200"/>
                  <a:pt x="2633195" y="266149"/>
                </a:cubicBezTo>
                <a:cubicBezTo>
                  <a:pt x="3685247" y="-23903"/>
                  <a:pt x="5096176" y="10510"/>
                  <a:pt x="6674253" y="678"/>
                </a:cubicBezTo>
                <a:cubicBezTo>
                  <a:pt x="8252330" y="-9154"/>
                  <a:pt x="10744807" y="89168"/>
                  <a:pt x="12101659" y="207155"/>
                </a:cubicBezTo>
                <a:cubicBezTo>
                  <a:pt x="13458511" y="325142"/>
                  <a:pt x="14161518" y="285813"/>
                  <a:pt x="14815363" y="708600"/>
                </a:cubicBezTo>
                <a:cubicBezTo>
                  <a:pt x="15469208" y="1131387"/>
                  <a:pt x="15828085" y="1996626"/>
                  <a:pt x="16024730" y="2743878"/>
                </a:cubicBezTo>
                <a:cubicBezTo>
                  <a:pt x="16221375" y="3491130"/>
                  <a:pt x="16157466" y="4430110"/>
                  <a:pt x="15995234" y="5192110"/>
                </a:cubicBezTo>
                <a:cubicBezTo>
                  <a:pt x="15833002" y="5954110"/>
                  <a:pt x="15813337" y="6843930"/>
                  <a:pt x="15051337" y="7315878"/>
                </a:cubicBezTo>
                <a:cubicBezTo>
                  <a:pt x="14289337" y="7787826"/>
                  <a:pt x="12529363" y="7915645"/>
                  <a:pt x="11423234" y="8023800"/>
                </a:cubicBezTo>
                <a:cubicBezTo>
                  <a:pt x="10317105" y="8131955"/>
                  <a:pt x="9987723" y="8043465"/>
                  <a:pt x="8444059" y="7994304"/>
                </a:cubicBezTo>
                <a:close/>
              </a:path>
            </a:pathLst>
          </a:custGeom>
          <a:solidFill>
            <a:srgbClr val="F9F6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2771D784-4954-89CE-B01D-7EE58FFE55E3}"/>
              </a:ext>
            </a:extLst>
          </p:cNvPr>
          <p:cNvSpPr/>
          <p:nvPr/>
        </p:nvSpPr>
        <p:spPr>
          <a:xfrm>
            <a:off x="3583022" y="7718238"/>
            <a:ext cx="1627680" cy="717028"/>
          </a:xfrm>
          <a:custGeom>
            <a:avLst/>
            <a:gdLst>
              <a:gd name="csX0" fmla="*/ 13607541 w 13924380"/>
              <a:gd name="csY0" fmla="*/ 4703349 h 7884392"/>
              <a:gd name="csX1" fmla="*/ 13784522 w 13924380"/>
              <a:gd name="csY1" fmla="*/ 2255116 h 7884392"/>
              <a:gd name="csX2" fmla="*/ 11778741 w 13924380"/>
              <a:gd name="csY2" fmla="*/ 219839 h 7884392"/>
              <a:gd name="csX3" fmla="*/ 5318948 w 13924380"/>
              <a:gd name="csY3" fmla="*/ 72355 h 7884392"/>
              <a:gd name="csX4" fmla="*/ 1543361 w 13924380"/>
              <a:gd name="csY4" fmla="*/ 367323 h 7884392"/>
              <a:gd name="csX5" fmla="*/ 157012 w 13924380"/>
              <a:gd name="csY5" fmla="*/ 2196123 h 7884392"/>
              <a:gd name="csX6" fmla="*/ 392987 w 13924380"/>
              <a:gd name="csY6" fmla="*/ 6178187 h 7884392"/>
              <a:gd name="csX7" fmla="*/ 3372161 w 13924380"/>
              <a:gd name="csY7" fmla="*/ 7594033 h 7884392"/>
              <a:gd name="csX8" fmla="*/ 9094535 w 13924380"/>
              <a:gd name="csY8" fmla="*/ 7859504 h 7884392"/>
              <a:gd name="csX9" fmla="*/ 12427670 w 13924380"/>
              <a:gd name="csY9" fmla="*/ 7210575 h 7884392"/>
              <a:gd name="csX10" fmla="*/ 13607541 w 13924380"/>
              <a:gd name="csY10" fmla="*/ 4703349 h 78843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3924380" h="7884392">
                <a:moveTo>
                  <a:pt x="13607541" y="4703349"/>
                </a:moveTo>
                <a:cubicBezTo>
                  <a:pt x="13833683" y="3877439"/>
                  <a:pt x="14089322" y="3002368"/>
                  <a:pt x="13784522" y="2255116"/>
                </a:cubicBezTo>
                <a:cubicBezTo>
                  <a:pt x="13479722" y="1507864"/>
                  <a:pt x="13189670" y="583632"/>
                  <a:pt x="11778741" y="219839"/>
                </a:cubicBezTo>
                <a:cubicBezTo>
                  <a:pt x="10367812" y="-143954"/>
                  <a:pt x="7024845" y="47774"/>
                  <a:pt x="5318948" y="72355"/>
                </a:cubicBezTo>
                <a:cubicBezTo>
                  <a:pt x="3613051" y="96936"/>
                  <a:pt x="2403684" y="13362"/>
                  <a:pt x="1543361" y="367323"/>
                </a:cubicBezTo>
                <a:cubicBezTo>
                  <a:pt x="683038" y="721284"/>
                  <a:pt x="348741" y="1227646"/>
                  <a:pt x="157012" y="2196123"/>
                </a:cubicBezTo>
                <a:cubicBezTo>
                  <a:pt x="-34717" y="3164600"/>
                  <a:pt x="-142871" y="5278535"/>
                  <a:pt x="392987" y="6178187"/>
                </a:cubicBezTo>
                <a:cubicBezTo>
                  <a:pt x="928845" y="7077839"/>
                  <a:pt x="1921903" y="7313813"/>
                  <a:pt x="3372161" y="7594033"/>
                </a:cubicBezTo>
                <a:cubicBezTo>
                  <a:pt x="4822419" y="7874253"/>
                  <a:pt x="7585284" y="7923414"/>
                  <a:pt x="9094535" y="7859504"/>
                </a:cubicBezTo>
                <a:cubicBezTo>
                  <a:pt x="10603786" y="7795594"/>
                  <a:pt x="11670586" y="7731685"/>
                  <a:pt x="12427670" y="7210575"/>
                </a:cubicBezTo>
                <a:cubicBezTo>
                  <a:pt x="13184754" y="6689465"/>
                  <a:pt x="13381399" y="5529259"/>
                  <a:pt x="13607541" y="4703349"/>
                </a:cubicBezTo>
                <a:close/>
              </a:path>
            </a:pathLst>
          </a:custGeom>
          <a:solidFill>
            <a:srgbClr val="F9F6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242FEBE-C488-29E8-9768-AB18048ACBA9}"/>
              </a:ext>
            </a:extLst>
          </p:cNvPr>
          <p:cNvSpPr/>
          <p:nvPr/>
        </p:nvSpPr>
        <p:spPr>
          <a:xfrm>
            <a:off x="9314121" y="4890977"/>
            <a:ext cx="3296093" cy="2169042"/>
          </a:xfrm>
          <a:custGeom>
            <a:avLst/>
            <a:gdLst>
              <a:gd name="csX0" fmla="*/ 0 w 3296093"/>
              <a:gd name="csY0" fmla="*/ 0 h 2169042"/>
              <a:gd name="csX1" fmla="*/ 1339702 w 3296093"/>
              <a:gd name="csY1" fmla="*/ 1637414 h 2169042"/>
              <a:gd name="csX2" fmla="*/ 3296093 w 3296093"/>
              <a:gd name="csY2" fmla="*/ 2169042 h 21690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296093" h="2169042">
                <a:moveTo>
                  <a:pt x="0" y="0"/>
                </a:moveTo>
                <a:cubicBezTo>
                  <a:pt x="395176" y="637953"/>
                  <a:pt x="790353" y="1275907"/>
                  <a:pt x="1339702" y="1637414"/>
                </a:cubicBezTo>
                <a:cubicBezTo>
                  <a:pt x="1889051" y="1998921"/>
                  <a:pt x="2592572" y="2083981"/>
                  <a:pt x="3296093" y="2169042"/>
                </a:cubicBezTo>
              </a:path>
            </a:pathLst>
          </a:custGeom>
          <a:noFill/>
          <a:ln w="57150">
            <a:solidFill>
              <a:srgbClr val="5056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7D93E807-0718-8AD0-4426-3A2BE80C25D0}"/>
              </a:ext>
            </a:extLst>
          </p:cNvPr>
          <p:cNvSpPr/>
          <p:nvPr/>
        </p:nvSpPr>
        <p:spPr>
          <a:xfrm rot="-10800000" flipV="1">
            <a:off x="14008682" y="7618786"/>
            <a:ext cx="4786906" cy="3378371"/>
          </a:xfrm>
          <a:custGeom>
            <a:avLst/>
            <a:gdLst/>
            <a:ahLst/>
            <a:cxnLst/>
            <a:rect l="l" t="t" r="r" b="b"/>
            <a:pathLst>
              <a:path w="5636712" h="4114800">
                <a:moveTo>
                  <a:pt x="0" y="4114800"/>
                </a:moveTo>
                <a:lnTo>
                  <a:pt x="5636712" y="4114800"/>
                </a:lnTo>
                <a:lnTo>
                  <a:pt x="5636712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B2F44835-FAB3-D92D-42B0-14C3008F3FD3}"/>
              </a:ext>
            </a:extLst>
          </p:cNvPr>
          <p:cNvSpPr/>
          <p:nvPr/>
        </p:nvSpPr>
        <p:spPr>
          <a:xfrm rot="-10800000" flipH="1">
            <a:off x="-78110" y="-120558"/>
            <a:ext cx="4593364" cy="2865709"/>
          </a:xfrm>
          <a:custGeom>
            <a:avLst/>
            <a:gdLst/>
            <a:ahLst/>
            <a:cxnLst/>
            <a:rect l="l" t="t" r="r" b="b"/>
            <a:pathLst>
              <a:path w="5636712" h="4114800">
                <a:moveTo>
                  <a:pt x="5636712" y="0"/>
                </a:moveTo>
                <a:lnTo>
                  <a:pt x="0" y="0"/>
                </a:lnTo>
                <a:lnTo>
                  <a:pt x="0" y="4114800"/>
                </a:lnTo>
                <a:lnTo>
                  <a:pt x="5636712" y="4114800"/>
                </a:lnTo>
                <a:lnTo>
                  <a:pt x="56367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59D8C7CF-2D8F-2C4C-C9F1-0AEE15431B46}"/>
              </a:ext>
            </a:extLst>
          </p:cNvPr>
          <p:cNvSpPr/>
          <p:nvPr/>
        </p:nvSpPr>
        <p:spPr>
          <a:xfrm rot="900000">
            <a:off x="19461455" y="-569463"/>
            <a:ext cx="1185747" cy="1062726"/>
          </a:xfrm>
          <a:custGeom>
            <a:avLst/>
            <a:gdLst/>
            <a:ahLst/>
            <a:cxnLst/>
            <a:rect l="l" t="t" r="r" b="b"/>
            <a:pathLst>
              <a:path w="3585289" h="3213315">
                <a:moveTo>
                  <a:pt x="0" y="0"/>
                </a:moveTo>
                <a:lnTo>
                  <a:pt x="3585289" y="0"/>
                </a:lnTo>
                <a:lnTo>
                  <a:pt x="3585289" y="3213315"/>
                </a:lnTo>
                <a:lnTo>
                  <a:pt x="0" y="32133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62C2588D-BF19-BC8B-2E44-56F7B382CD33}"/>
              </a:ext>
            </a:extLst>
          </p:cNvPr>
          <p:cNvSpPr/>
          <p:nvPr/>
        </p:nvSpPr>
        <p:spPr>
          <a:xfrm rot="-1242283">
            <a:off x="18009795" y="3210659"/>
            <a:ext cx="556410" cy="597487"/>
          </a:xfrm>
          <a:custGeom>
            <a:avLst/>
            <a:gdLst/>
            <a:ahLst/>
            <a:cxnLst/>
            <a:rect l="l" t="t" r="r" b="b"/>
            <a:pathLst>
              <a:path w="642325" h="689745">
                <a:moveTo>
                  <a:pt x="0" y="0"/>
                </a:moveTo>
                <a:lnTo>
                  <a:pt x="642325" y="0"/>
                </a:lnTo>
                <a:lnTo>
                  <a:pt x="642325" y="689745"/>
                </a:lnTo>
                <a:lnTo>
                  <a:pt x="0" y="6897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AA16A4B7-A768-3A99-6E09-C7B69361F17C}"/>
              </a:ext>
            </a:extLst>
          </p:cNvPr>
          <p:cNvSpPr/>
          <p:nvPr/>
        </p:nvSpPr>
        <p:spPr>
          <a:xfrm rot="-1242283">
            <a:off x="924182" y="8963097"/>
            <a:ext cx="642325" cy="689745"/>
          </a:xfrm>
          <a:custGeom>
            <a:avLst/>
            <a:gdLst/>
            <a:ahLst/>
            <a:cxnLst/>
            <a:rect l="l" t="t" r="r" b="b"/>
            <a:pathLst>
              <a:path w="642325" h="689745">
                <a:moveTo>
                  <a:pt x="0" y="0"/>
                </a:moveTo>
                <a:lnTo>
                  <a:pt x="642326" y="0"/>
                </a:lnTo>
                <a:lnTo>
                  <a:pt x="642326" y="689746"/>
                </a:lnTo>
                <a:lnTo>
                  <a:pt x="0" y="6897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C8F78243-7517-2BBA-6845-D277B26AAD71}"/>
              </a:ext>
            </a:extLst>
          </p:cNvPr>
          <p:cNvSpPr/>
          <p:nvPr/>
        </p:nvSpPr>
        <p:spPr>
          <a:xfrm rot="1958843">
            <a:off x="8252824" y="8531981"/>
            <a:ext cx="523056" cy="561671"/>
          </a:xfrm>
          <a:custGeom>
            <a:avLst/>
            <a:gdLst/>
            <a:ahLst/>
            <a:cxnLst/>
            <a:rect l="l" t="t" r="r" b="b"/>
            <a:pathLst>
              <a:path w="1058785" h="1136951">
                <a:moveTo>
                  <a:pt x="0" y="0"/>
                </a:moveTo>
                <a:lnTo>
                  <a:pt x="1058786" y="0"/>
                </a:lnTo>
                <a:lnTo>
                  <a:pt x="1058786" y="1136951"/>
                </a:lnTo>
                <a:lnTo>
                  <a:pt x="0" y="113695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117C61C-D39E-A9D1-8DC4-787FBDC8D4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-6031283" y="4214694"/>
            <a:ext cx="9546473" cy="1046795"/>
          </a:xfrm>
          <a:prstGeom prst="rect">
            <a:avLst/>
          </a:prstGeom>
        </p:spPr>
      </p:pic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254B1849-4A9E-2D8E-559F-95670F174EBF}"/>
              </a:ext>
            </a:extLst>
          </p:cNvPr>
          <p:cNvSpPr/>
          <p:nvPr/>
        </p:nvSpPr>
        <p:spPr>
          <a:xfrm rot="21039325">
            <a:off x="8780371" y="2026097"/>
            <a:ext cx="2806996" cy="2062716"/>
          </a:xfrm>
          <a:custGeom>
            <a:avLst/>
            <a:gdLst>
              <a:gd name="csX0" fmla="*/ 0 w 2806996"/>
              <a:gd name="csY0" fmla="*/ 2062716 h 2062716"/>
              <a:gd name="csX1" fmla="*/ 1254642 w 2806996"/>
              <a:gd name="csY1" fmla="*/ 489097 h 2062716"/>
              <a:gd name="csX2" fmla="*/ 2806996 w 2806996"/>
              <a:gd name="csY2" fmla="*/ 0 h 2062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806996" h="2062716">
                <a:moveTo>
                  <a:pt x="0" y="2062716"/>
                </a:moveTo>
                <a:cubicBezTo>
                  <a:pt x="393404" y="1447799"/>
                  <a:pt x="786809" y="832883"/>
                  <a:pt x="1254642" y="489097"/>
                </a:cubicBezTo>
                <a:cubicBezTo>
                  <a:pt x="1722475" y="145311"/>
                  <a:pt x="2264735" y="72655"/>
                  <a:pt x="2806996" y="0"/>
                </a:cubicBezTo>
              </a:path>
            </a:pathLst>
          </a:custGeom>
          <a:noFill/>
          <a:ln w="57150">
            <a:solidFill>
              <a:srgbClr val="5056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F7A3222C-230C-316F-F078-ABA54403B385}"/>
              </a:ext>
            </a:extLst>
          </p:cNvPr>
          <p:cNvSpPr/>
          <p:nvPr/>
        </p:nvSpPr>
        <p:spPr>
          <a:xfrm>
            <a:off x="6081258" y="6009081"/>
            <a:ext cx="2232838" cy="1850066"/>
          </a:xfrm>
          <a:custGeom>
            <a:avLst/>
            <a:gdLst>
              <a:gd name="csX0" fmla="*/ 2232838 w 2232838"/>
              <a:gd name="csY0" fmla="*/ 0 h 1850066"/>
              <a:gd name="csX1" fmla="*/ 1531089 w 2232838"/>
              <a:gd name="csY1" fmla="*/ 1339703 h 1850066"/>
              <a:gd name="csX2" fmla="*/ 0 w 2232838"/>
              <a:gd name="csY2" fmla="*/ 1850066 h 18500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232838" h="1850066">
                <a:moveTo>
                  <a:pt x="2232838" y="0"/>
                </a:moveTo>
                <a:cubicBezTo>
                  <a:pt x="2068033" y="515679"/>
                  <a:pt x="1903229" y="1031359"/>
                  <a:pt x="1531089" y="1339703"/>
                </a:cubicBezTo>
                <a:cubicBezTo>
                  <a:pt x="1158949" y="1648047"/>
                  <a:pt x="0" y="1850066"/>
                  <a:pt x="0" y="1850066"/>
                </a:cubicBezTo>
              </a:path>
            </a:pathLst>
          </a:custGeom>
          <a:noFill/>
          <a:ln w="57150">
            <a:solidFill>
              <a:srgbClr val="5056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911A3852-1B47-F1CF-582C-C569E8958E96}"/>
              </a:ext>
            </a:extLst>
          </p:cNvPr>
          <p:cNvSpPr/>
          <p:nvPr/>
        </p:nvSpPr>
        <p:spPr>
          <a:xfrm>
            <a:off x="6324600" y="3467100"/>
            <a:ext cx="5428848" cy="2813570"/>
          </a:xfrm>
          <a:custGeom>
            <a:avLst/>
            <a:gdLst/>
            <a:ahLst/>
            <a:cxnLst/>
            <a:rect l="l" t="t" r="r" b="b"/>
            <a:pathLst>
              <a:path w="13632925" h="7600356">
                <a:moveTo>
                  <a:pt x="0" y="0"/>
                </a:moveTo>
                <a:lnTo>
                  <a:pt x="13632924" y="0"/>
                </a:lnTo>
                <a:lnTo>
                  <a:pt x="13632924" y="7600355"/>
                </a:lnTo>
                <a:lnTo>
                  <a:pt x="0" y="76003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FE869B52-6557-F337-E325-9B43AB2FCAA6}"/>
              </a:ext>
            </a:extLst>
          </p:cNvPr>
          <p:cNvSpPr/>
          <p:nvPr/>
        </p:nvSpPr>
        <p:spPr>
          <a:xfrm rot="1958843">
            <a:off x="6272394" y="3391286"/>
            <a:ext cx="1058785" cy="1136951"/>
          </a:xfrm>
          <a:custGeom>
            <a:avLst/>
            <a:gdLst/>
            <a:ahLst/>
            <a:cxnLst/>
            <a:rect l="l" t="t" r="r" b="b"/>
            <a:pathLst>
              <a:path w="1058785" h="1136951">
                <a:moveTo>
                  <a:pt x="0" y="0"/>
                </a:moveTo>
                <a:lnTo>
                  <a:pt x="1058785" y="0"/>
                </a:lnTo>
                <a:lnTo>
                  <a:pt x="1058785" y="1136951"/>
                </a:lnTo>
                <a:lnTo>
                  <a:pt x="0" y="113695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DA85EFC-D0ED-7E12-2CEC-724E0032EFA1}"/>
              </a:ext>
            </a:extLst>
          </p:cNvPr>
          <p:cNvSpPr txBox="1"/>
          <p:nvPr/>
        </p:nvSpPr>
        <p:spPr>
          <a:xfrm>
            <a:off x="6801787" y="3814761"/>
            <a:ext cx="4684425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vi-VN" sz="6000">
                <a:solidFill>
                  <a:srgbClr val="50564F"/>
                </a:solidFill>
                <a:latin typeface="iCiel Soup of Justice" pitchFamily="2" charset="0"/>
                <a:ea typeface="Genty"/>
                <a:cs typeface="Genty"/>
                <a:sym typeface="Genty"/>
              </a:rPr>
              <a:t>Các chức năng chính</a:t>
            </a:r>
            <a:endParaRPr lang="en-US" sz="6000">
              <a:solidFill>
                <a:srgbClr val="50564F"/>
              </a:solidFill>
              <a:latin typeface="iCiel Soup of Justice" pitchFamily="2" charset="0"/>
              <a:ea typeface="Genty"/>
              <a:cs typeface="Genty"/>
              <a:sym typeface="Genty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E3F57D02-6D7C-47D7-CF1B-D4F94F444CFC}"/>
              </a:ext>
            </a:extLst>
          </p:cNvPr>
          <p:cNvSpPr/>
          <p:nvPr/>
        </p:nvSpPr>
        <p:spPr>
          <a:xfrm rot="299095">
            <a:off x="11050640" y="741424"/>
            <a:ext cx="4444503" cy="2229807"/>
          </a:xfrm>
          <a:custGeom>
            <a:avLst/>
            <a:gdLst>
              <a:gd name="csX0" fmla="*/ 2064405 w 4348049"/>
              <a:gd name="csY0" fmla="*/ 223872 h 2032927"/>
              <a:gd name="csX1" fmla="*/ 660907 w 4348049"/>
              <a:gd name="csY1" fmla="*/ 308933 h 2032927"/>
              <a:gd name="csX2" fmla="*/ 22953 w 4348049"/>
              <a:gd name="csY2" fmla="*/ 946886 h 2032927"/>
              <a:gd name="csX3" fmla="*/ 341930 w 4348049"/>
              <a:gd name="csY3" fmla="*/ 1988877 h 2032927"/>
              <a:gd name="csX4" fmla="*/ 2170730 w 4348049"/>
              <a:gd name="csY4" fmla="*/ 1797491 h 2032927"/>
              <a:gd name="csX5" fmla="*/ 4148386 w 4348049"/>
              <a:gd name="csY5" fmla="*/ 1414719 h 2032927"/>
              <a:gd name="csX6" fmla="*/ 4169651 w 4348049"/>
              <a:gd name="csY6" fmla="*/ 585379 h 2032927"/>
              <a:gd name="csX7" fmla="*/ 3170191 w 4348049"/>
              <a:gd name="csY7" fmla="*/ 11221 h 2032927"/>
              <a:gd name="csX8" fmla="*/ 2064405 w 4348049"/>
              <a:gd name="csY8" fmla="*/ 223872 h 20329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348049" h="2032927">
                <a:moveTo>
                  <a:pt x="2064405" y="223872"/>
                </a:moveTo>
                <a:cubicBezTo>
                  <a:pt x="1646191" y="273491"/>
                  <a:pt x="1001149" y="188431"/>
                  <a:pt x="660907" y="308933"/>
                </a:cubicBezTo>
                <a:cubicBezTo>
                  <a:pt x="320665" y="429435"/>
                  <a:pt x="76116" y="666895"/>
                  <a:pt x="22953" y="946886"/>
                </a:cubicBezTo>
                <a:cubicBezTo>
                  <a:pt x="-30210" y="1226877"/>
                  <a:pt x="-16033" y="1847109"/>
                  <a:pt x="341930" y="1988877"/>
                </a:cubicBezTo>
                <a:cubicBezTo>
                  <a:pt x="699893" y="2130645"/>
                  <a:pt x="1536321" y="1893184"/>
                  <a:pt x="2170730" y="1797491"/>
                </a:cubicBezTo>
                <a:cubicBezTo>
                  <a:pt x="2805139" y="1701798"/>
                  <a:pt x="3815233" y="1616738"/>
                  <a:pt x="4148386" y="1414719"/>
                </a:cubicBezTo>
                <a:cubicBezTo>
                  <a:pt x="4481539" y="1212700"/>
                  <a:pt x="4332684" y="819295"/>
                  <a:pt x="4169651" y="585379"/>
                </a:cubicBezTo>
                <a:cubicBezTo>
                  <a:pt x="4006618" y="351463"/>
                  <a:pt x="3517521" y="75016"/>
                  <a:pt x="3170191" y="11221"/>
                </a:cubicBezTo>
                <a:cubicBezTo>
                  <a:pt x="2822861" y="-52574"/>
                  <a:pt x="2482619" y="174253"/>
                  <a:pt x="2064405" y="223872"/>
                </a:cubicBezTo>
                <a:close/>
              </a:path>
            </a:pathLst>
          </a:custGeom>
          <a:solidFill>
            <a:srgbClr val="F4E8D3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CE3CA1D9-B8D6-3938-D2C5-2EDB7BE53FFE}"/>
              </a:ext>
            </a:extLst>
          </p:cNvPr>
          <p:cNvSpPr/>
          <p:nvPr/>
        </p:nvSpPr>
        <p:spPr>
          <a:xfrm>
            <a:off x="12028688" y="6009081"/>
            <a:ext cx="4255902" cy="2292220"/>
          </a:xfrm>
          <a:custGeom>
            <a:avLst/>
            <a:gdLst>
              <a:gd name="csX0" fmla="*/ 2067015 w 4255902"/>
              <a:gd name="csY0" fmla="*/ 88377 h 2292220"/>
              <a:gd name="csX1" fmla="*/ 2003219 w 4255902"/>
              <a:gd name="csY1" fmla="*/ 67112 h 2292220"/>
              <a:gd name="csX2" fmla="*/ 748577 w 4255902"/>
              <a:gd name="csY2" fmla="*/ 215968 h 2292220"/>
              <a:gd name="csX3" fmla="*/ 89359 w 4255902"/>
              <a:gd name="csY3" fmla="*/ 811391 h 2292220"/>
              <a:gd name="csX4" fmla="*/ 259480 w 4255902"/>
              <a:gd name="csY4" fmla="*/ 2023503 h 2292220"/>
              <a:gd name="csX5" fmla="*/ 2385991 w 4255902"/>
              <a:gd name="csY5" fmla="*/ 2257419 h 2292220"/>
              <a:gd name="csX6" fmla="*/ 4129731 w 4255902"/>
              <a:gd name="csY6" fmla="*/ 1491875 h 2292220"/>
              <a:gd name="csX7" fmla="*/ 3895815 w 4255902"/>
              <a:gd name="csY7" fmla="*/ 109642 h 2292220"/>
              <a:gd name="csX8" fmla="*/ 2067015 w 4255902"/>
              <a:gd name="csY8" fmla="*/ 88377 h 22922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255902" h="2292220">
                <a:moveTo>
                  <a:pt x="2067015" y="88377"/>
                </a:moveTo>
                <a:cubicBezTo>
                  <a:pt x="1751582" y="81289"/>
                  <a:pt x="2222959" y="45847"/>
                  <a:pt x="2003219" y="67112"/>
                </a:cubicBezTo>
                <a:cubicBezTo>
                  <a:pt x="1783479" y="88377"/>
                  <a:pt x="1067554" y="91922"/>
                  <a:pt x="748577" y="215968"/>
                </a:cubicBezTo>
                <a:cubicBezTo>
                  <a:pt x="429600" y="340014"/>
                  <a:pt x="170875" y="510135"/>
                  <a:pt x="89359" y="811391"/>
                </a:cubicBezTo>
                <a:cubicBezTo>
                  <a:pt x="7843" y="1112647"/>
                  <a:pt x="-123292" y="1782498"/>
                  <a:pt x="259480" y="2023503"/>
                </a:cubicBezTo>
                <a:cubicBezTo>
                  <a:pt x="642252" y="2264508"/>
                  <a:pt x="1740949" y="2346024"/>
                  <a:pt x="2385991" y="2257419"/>
                </a:cubicBezTo>
                <a:cubicBezTo>
                  <a:pt x="3031033" y="2168814"/>
                  <a:pt x="3878094" y="1849838"/>
                  <a:pt x="4129731" y="1491875"/>
                </a:cubicBezTo>
                <a:cubicBezTo>
                  <a:pt x="4381368" y="1133912"/>
                  <a:pt x="4232513" y="347103"/>
                  <a:pt x="3895815" y="109642"/>
                </a:cubicBezTo>
                <a:cubicBezTo>
                  <a:pt x="3559117" y="-127819"/>
                  <a:pt x="2382448" y="95465"/>
                  <a:pt x="2067015" y="88377"/>
                </a:cubicBezTo>
                <a:close/>
              </a:path>
            </a:pathLst>
          </a:custGeom>
          <a:solidFill>
            <a:srgbClr val="F4E8D3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5393B8A-B8BD-E8B1-994A-AB8F6A656061}"/>
              </a:ext>
            </a:extLst>
          </p:cNvPr>
          <p:cNvSpPr/>
          <p:nvPr/>
        </p:nvSpPr>
        <p:spPr>
          <a:xfrm>
            <a:off x="2003409" y="6827741"/>
            <a:ext cx="4786907" cy="2292220"/>
          </a:xfrm>
          <a:custGeom>
            <a:avLst/>
            <a:gdLst>
              <a:gd name="csX0" fmla="*/ 1961663 w 4308532"/>
              <a:gd name="csY0" fmla="*/ 47 h 2149519"/>
              <a:gd name="csX1" fmla="*/ 430574 w 4308532"/>
              <a:gd name="csY1" fmla="*/ 425350 h 2149519"/>
              <a:gd name="csX2" fmla="*/ 111598 w 4308532"/>
              <a:gd name="csY2" fmla="*/ 1467341 h 2149519"/>
              <a:gd name="csX3" fmla="*/ 2089253 w 4308532"/>
              <a:gd name="csY3" fmla="*/ 2147824 h 2149519"/>
              <a:gd name="csX4" fmla="*/ 4151970 w 4308532"/>
              <a:gd name="csY4" fmla="*/ 1275954 h 2149519"/>
              <a:gd name="csX5" fmla="*/ 3918053 w 4308532"/>
              <a:gd name="csY5" fmla="*/ 404085 h 2149519"/>
              <a:gd name="csX6" fmla="*/ 1961663 w 4308532"/>
              <a:gd name="csY6" fmla="*/ 47 h 21495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308532" h="2149519">
                <a:moveTo>
                  <a:pt x="1961663" y="47"/>
                </a:moveTo>
                <a:cubicBezTo>
                  <a:pt x="1380416" y="3591"/>
                  <a:pt x="738918" y="180801"/>
                  <a:pt x="430574" y="425350"/>
                </a:cubicBezTo>
                <a:cubicBezTo>
                  <a:pt x="122230" y="669899"/>
                  <a:pt x="-164848" y="1180262"/>
                  <a:pt x="111598" y="1467341"/>
                </a:cubicBezTo>
                <a:cubicBezTo>
                  <a:pt x="388044" y="1754420"/>
                  <a:pt x="1415858" y="2179722"/>
                  <a:pt x="2089253" y="2147824"/>
                </a:cubicBezTo>
                <a:cubicBezTo>
                  <a:pt x="2762648" y="2115926"/>
                  <a:pt x="3847170" y="1566577"/>
                  <a:pt x="4151970" y="1275954"/>
                </a:cubicBezTo>
                <a:cubicBezTo>
                  <a:pt x="4456770" y="985331"/>
                  <a:pt x="4283104" y="616736"/>
                  <a:pt x="3918053" y="404085"/>
                </a:cubicBezTo>
                <a:cubicBezTo>
                  <a:pt x="3553002" y="191434"/>
                  <a:pt x="2542910" y="-3497"/>
                  <a:pt x="1961663" y="47"/>
                </a:cubicBezTo>
                <a:close/>
              </a:path>
            </a:pathLst>
          </a:custGeom>
          <a:solidFill>
            <a:srgbClr val="F4E8D3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8">
            <a:extLst>
              <a:ext uri="{FF2B5EF4-FFF2-40B4-BE49-F238E27FC236}">
                <a16:creationId xmlns:a16="http://schemas.microsoft.com/office/drawing/2014/main" id="{1DE1314C-F4CE-421C-DE20-E0F7154BDEFF}"/>
              </a:ext>
            </a:extLst>
          </p:cNvPr>
          <p:cNvSpPr txBox="1"/>
          <p:nvPr/>
        </p:nvSpPr>
        <p:spPr>
          <a:xfrm>
            <a:off x="2386117" y="7166710"/>
            <a:ext cx="3806836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vi-VN" sz="4800">
                <a:solidFill>
                  <a:srgbClr val="50564F"/>
                </a:solidFill>
                <a:latin typeface="iCiel Soup of Justice" pitchFamily="2" charset="0"/>
                <a:ea typeface="Segoe UI Black" panose="020B0A02040204020203" pitchFamily="34" charset="0"/>
                <a:cs typeface="Genty"/>
                <a:sym typeface="Genty"/>
              </a:rPr>
              <a:t>hệ thống và bảo mật</a:t>
            </a:r>
            <a:endParaRPr lang="en-US" sz="4800">
              <a:solidFill>
                <a:srgbClr val="50564F"/>
              </a:solidFill>
              <a:latin typeface="iCiel Soup of Justice" pitchFamily="2" charset="0"/>
              <a:ea typeface="Segoe UI Black" panose="020B0A02040204020203" pitchFamily="34" charset="0"/>
              <a:cs typeface="Genty"/>
              <a:sym typeface="Genty"/>
            </a:endParaRPr>
          </a:p>
        </p:txBody>
      </p:sp>
      <p:sp>
        <p:nvSpPr>
          <p:cNvPr id="36" name="TextBox 8">
            <a:extLst>
              <a:ext uri="{FF2B5EF4-FFF2-40B4-BE49-F238E27FC236}">
                <a16:creationId xmlns:a16="http://schemas.microsoft.com/office/drawing/2014/main" id="{9BFA8F89-DDA7-7CB5-5B56-EC82E6F17540}"/>
              </a:ext>
            </a:extLst>
          </p:cNvPr>
          <p:cNvSpPr txBox="1"/>
          <p:nvPr/>
        </p:nvSpPr>
        <p:spPr>
          <a:xfrm>
            <a:off x="11164718" y="979028"/>
            <a:ext cx="3806836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vi-VN" sz="4800">
                <a:solidFill>
                  <a:srgbClr val="50564F"/>
                </a:solidFill>
                <a:latin typeface="iCiel Soup of Justice" pitchFamily="2" charset="0"/>
                <a:ea typeface="Segoe UI Black" panose="020B0A02040204020203" pitchFamily="34" charset="0"/>
                <a:cs typeface="Genty"/>
                <a:sym typeface="Genty"/>
              </a:rPr>
              <a:t>dành cho quản lý</a:t>
            </a:r>
            <a:endParaRPr lang="en-US" sz="4800">
              <a:solidFill>
                <a:srgbClr val="50564F"/>
              </a:solidFill>
              <a:latin typeface="iCiel Soup of Justice" pitchFamily="2" charset="0"/>
              <a:ea typeface="Segoe UI Black" panose="020B0A02040204020203" pitchFamily="34" charset="0"/>
              <a:cs typeface="Genty"/>
              <a:sym typeface="Genty"/>
            </a:endParaRPr>
          </a:p>
        </p:txBody>
      </p:sp>
      <p:sp>
        <p:nvSpPr>
          <p:cNvPr id="39" name="TextBox 8">
            <a:extLst>
              <a:ext uri="{FF2B5EF4-FFF2-40B4-BE49-F238E27FC236}">
                <a16:creationId xmlns:a16="http://schemas.microsoft.com/office/drawing/2014/main" id="{70944BD3-20AC-1100-FC0B-4903CE211BAD}"/>
              </a:ext>
            </a:extLst>
          </p:cNvPr>
          <p:cNvSpPr txBox="1"/>
          <p:nvPr/>
        </p:nvSpPr>
        <p:spPr>
          <a:xfrm>
            <a:off x="12265266" y="6309396"/>
            <a:ext cx="3806836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vi-VN" sz="4800">
                <a:solidFill>
                  <a:srgbClr val="50564F"/>
                </a:solidFill>
                <a:latin typeface="iCiel Soup of Justice" pitchFamily="2" charset="0"/>
                <a:ea typeface="Segoe UI Black" panose="020B0A02040204020203" pitchFamily="34" charset="0"/>
                <a:cs typeface="Genty"/>
                <a:sym typeface="Genty"/>
              </a:rPr>
              <a:t>dành cho nhân viên</a:t>
            </a:r>
            <a:endParaRPr lang="en-US" sz="4800">
              <a:solidFill>
                <a:srgbClr val="50564F"/>
              </a:solidFill>
              <a:latin typeface="iCiel Soup of Justice" pitchFamily="2" charset="0"/>
              <a:ea typeface="Segoe UI Black" panose="020B0A02040204020203" pitchFamily="34" charset="0"/>
              <a:cs typeface="Genty"/>
              <a:sym typeface="Genty"/>
            </a:endParaRPr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5169C0BC-A491-3CC5-63EC-AFE98EC1A4AF}"/>
              </a:ext>
            </a:extLst>
          </p:cNvPr>
          <p:cNvSpPr/>
          <p:nvPr/>
        </p:nvSpPr>
        <p:spPr>
          <a:xfrm rot="1099266">
            <a:off x="411503" y="1783598"/>
            <a:ext cx="2482996" cy="2627509"/>
          </a:xfrm>
          <a:custGeom>
            <a:avLst/>
            <a:gdLst/>
            <a:ahLst/>
            <a:cxnLst/>
            <a:rect l="l" t="t" r="r" b="b"/>
            <a:pathLst>
              <a:path w="3319486" h="3512683">
                <a:moveTo>
                  <a:pt x="0" y="0"/>
                </a:moveTo>
                <a:lnTo>
                  <a:pt x="3319486" y="0"/>
                </a:lnTo>
                <a:lnTo>
                  <a:pt x="3319486" y="3512683"/>
                </a:lnTo>
                <a:lnTo>
                  <a:pt x="0" y="351268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6" name="Freeform 9">
            <a:extLst>
              <a:ext uri="{FF2B5EF4-FFF2-40B4-BE49-F238E27FC236}">
                <a16:creationId xmlns:a16="http://schemas.microsoft.com/office/drawing/2014/main" id="{3F3BBC71-1ED9-71E9-2BF9-3E71E173AF4A}"/>
              </a:ext>
            </a:extLst>
          </p:cNvPr>
          <p:cNvSpPr/>
          <p:nvPr/>
        </p:nvSpPr>
        <p:spPr>
          <a:xfrm rot="20357717">
            <a:off x="4237048" y="1059142"/>
            <a:ext cx="556410" cy="597487"/>
          </a:xfrm>
          <a:custGeom>
            <a:avLst/>
            <a:gdLst/>
            <a:ahLst/>
            <a:cxnLst/>
            <a:rect l="l" t="t" r="r" b="b"/>
            <a:pathLst>
              <a:path w="642325" h="689745">
                <a:moveTo>
                  <a:pt x="0" y="0"/>
                </a:moveTo>
                <a:lnTo>
                  <a:pt x="642325" y="0"/>
                </a:lnTo>
                <a:lnTo>
                  <a:pt x="642325" y="689745"/>
                </a:lnTo>
                <a:lnTo>
                  <a:pt x="0" y="6897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3">
            <a:extLst>
              <a:ext uri="{FF2B5EF4-FFF2-40B4-BE49-F238E27FC236}">
                <a16:creationId xmlns:a16="http://schemas.microsoft.com/office/drawing/2014/main" id="{77DD3ABD-CD64-2040-2FDF-012837A2018F}"/>
              </a:ext>
            </a:extLst>
          </p:cNvPr>
          <p:cNvSpPr/>
          <p:nvPr/>
        </p:nvSpPr>
        <p:spPr>
          <a:xfrm rot="21120274">
            <a:off x="19571674" y="4181546"/>
            <a:ext cx="1457140" cy="3220198"/>
          </a:xfrm>
          <a:custGeom>
            <a:avLst/>
            <a:gdLst/>
            <a:ahLst/>
            <a:cxnLst/>
            <a:rect l="l" t="t" r="r" b="b"/>
            <a:pathLst>
              <a:path w="2760501" h="6100555">
                <a:moveTo>
                  <a:pt x="0" y="0"/>
                </a:moveTo>
                <a:lnTo>
                  <a:pt x="2760502" y="0"/>
                </a:lnTo>
                <a:lnTo>
                  <a:pt x="2760502" y="6100555"/>
                </a:lnTo>
                <a:lnTo>
                  <a:pt x="0" y="610055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8" name="Freeform 4">
            <a:extLst>
              <a:ext uri="{FF2B5EF4-FFF2-40B4-BE49-F238E27FC236}">
                <a16:creationId xmlns:a16="http://schemas.microsoft.com/office/drawing/2014/main" id="{351B1D2D-87F0-F9C2-A788-0621AD74A977}"/>
              </a:ext>
            </a:extLst>
          </p:cNvPr>
          <p:cNvSpPr/>
          <p:nvPr/>
        </p:nvSpPr>
        <p:spPr>
          <a:xfrm rot="21003377">
            <a:off x="-4416463" y="9831685"/>
            <a:ext cx="4080149" cy="4250156"/>
          </a:xfrm>
          <a:custGeom>
            <a:avLst/>
            <a:gdLst/>
            <a:ahLst/>
            <a:cxnLst/>
            <a:rect l="l" t="t" r="r" b="b"/>
            <a:pathLst>
              <a:path w="4365496" h="4547392">
                <a:moveTo>
                  <a:pt x="0" y="0"/>
                </a:moveTo>
                <a:lnTo>
                  <a:pt x="4365497" y="0"/>
                </a:lnTo>
                <a:lnTo>
                  <a:pt x="4365497" y="4547392"/>
                </a:lnTo>
                <a:lnTo>
                  <a:pt x="0" y="454739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9" name="Freeform 5">
            <a:extLst>
              <a:ext uri="{FF2B5EF4-FFF2-40B4-BE49-F238E27FC236}">
                <a16:creationId xmlns:a16="http://schemas.microsoft.com/office/drawing/2014/main" id="{0439A0BD-5234-3260-AF20-3BA7250511C1}"/>
              </a:ext>
            </a:extLst>
          </p:cNvPr>
          <p:cNvSpPr/>
          <p:nvPr/>
        </p:nvSpPr>
        <p:spPr>
          <a:xfrm rot="311423">
            <a:off x="-1641262" y="12292881"/>
            <a:ext cx="2704068" cy="2633086"/>
          </a:xfrm>
          <a:custGeom>
            <a:avLst/>
            <a:gdLst/>
            <a:ahLst/>
            <a:cxnLst/>
            <a:rect l="l" t="t" r="r" b="b"/>
            <a:pathLst>
              <a:path w="4836492" h="4709534">
                <a:moveTo>
                  <a:pt x="0" y="0"/>
                </a:moveTo>
                <a:lnTo>
                  <a:pt x="4836492" y="0"/>
                </a:lnTo>
                <a:lnTo>
                  <a:pt x="4836492" y="4709534"/>
                </a:lnTo>
                <a:lnTo>
                  <a:pt x="0" y="470953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5812462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BD7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8D53C0-4163-3340-B404-1A73A9D4D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5D110AC4-2A5C-5F8D-9770-4EB1474FC650}"/>
              </a:ext>
            </a:extLst>
          </p:cNvPr>
          <p:cNvSpPr/>
          <p:nvPr/>
        </p:nvSpPr>
        <p:spPr>
          <a:xfrm>
            <a:off x="3446463" y="2025130"/>
            <a:ext cx="11517072" cy="5968870"/>
          </a:xfrm>
          <a:custGeom>
            <a:avLst/>
            <a:gdLst/>
            <a:ahLst/>
            <a:cxnLst/>
            <a:rect l="l" t="t" r="r" b="b"/>
            <a:pathLst>
              <a:path w="13632925" h="7600356">
                <a:moveTo>
                  <a:pt x="0" y="0"/>
                </a:moveTo>
                <a:lnTo>
                  <a:pt x="13632924" y="0"/>
                </a:lnTo>
                <a:lnTo>
                  <a:pt x="13632924" y="7600355"/>
                </a:lnTo>
                <a:lnTo>
                  <a:pt x="0" y="76003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DF939E7A-4556-47E7-459B-B68504049909}"/>
              </a:ext>
            </a:extLst>
          </p:cNvPr>
          <p:cNvSpPr/>
          <p:nvPr/>
        </p:nvSpPr>
        <p:spPr>
          <a:xfrm rot="-10800000" flipV="1">
            <a:off x="12641947" y="6302285"/>
            <a:ext cx="5646052" cy="3984715"/>
          </a:xfrm>
          <a:custGeom>
            <a:avLst/>
            <a:gdLst/>
            <a:ahLst/>
            <a:cxnLst/>
            <a:rect l="l" t="t" r="r" b="b"/>
            <a:pathLst>
              <a:path w="5636712" h="4114800">
                <a:moveTo>
                  <a:pt x="0" y="4114800"/>
                </a:moveTo>
                <a:lnTo>
                  <a:pt x="5636712" y="4114800"/>
                </a:lnTo>
                <a:lnTo>
                  <a:pt x="5636712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C8FD34F-D0D5-14B0-FC88-A799FB62FC82}"/>
              </a:ext>
            </a:extLst>
          </p:cNvPr>
          <p:cNvSpPr/>
          <p:nvPr/>
        </p:nvSpPr>
        <p:spPr>
          <a:xfrm rot="-10800000" flipH="1">
            <a:off x="-53065" y="-51849"/>
            <a:ext cx="6595498" cy="4114801"/>
          </a:xfrm>
          <a:custGeom>
            <a:avLst/>
            <a:gdLst/>
            <a:ahLst/>
            <a:cxnLst/>
            <a:rect l="l" t="t" r="r" b="b"/>
            <a:pathLst>
              <a:path w="5636712" h="4114800">
                <a:moveTo>
                  <a:pt x="5636712" y="0"/>
                </a:moveTo>
                <a:lnTo>
                  <a:pt x="0" y="0"/>
                </a:lnTo>
                <a:lnTo>
                  <a:pt x="0" y="4114800"/>
                </a:lnTo>
                <a:lnTo>
                  <a:pt x="5636712" y="4114800"/>
                </a:lnTo>
                <a:lnTo>
                  <a:pt x="563671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0F148DC9-6B29-DA21-8070-25F656E20B34}"/>
              </a:ext>
            </a:extLst>
          </p:cNvPr>
          <p:cNvSpPr/>
          <p:nvPr/>
        </p:nvSpPr>
        <p:spPr>
          <a:xfrm rot="-1242283">
            <a:off x="15037139" y="299939"/>
            <a:ext cx="467222" cy="501715"/>
          </a:xfrm>
          <a:custGeom>
            <a:avLst/>
            <a:gdLst/>
            <a:ahLst/>
            <a:cxnLst/>
            <a:rect l="l" t="t" r="r" b="b"/>
            <a:pathLst>
              <a:path w="642325" h="689745">
                <a:moveTo>
                  <a:pt x="0" y="0"/>
                </a:moveTo>
                <a:lnTo>
                  <a:pt x="642325" y="0"/>
                </a:lnTo>
                <a:lnTo>
                  <a:pt x="642325" y="689745"/>
                </a:lnTo>
                <a:lnTo>
                  <a:pt x="0" y="6897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81A832AB-FB5C-E1A5-D787-F1621F0FF5C0}"/>
              </a:ext>
            </a:extLst>
          </p:cNvPr>
          <p:cNvSpPr/>
          <p:nvPr/>
        </p:nvSpPr>
        <p:spPr>
          <a:xfrm rot="-1242283">
            <a:off x="4902541" y="9166455"/>
            <a:ext cx="642325" cy="689745"/>
          </a:xfrm>
          <a:custGeom>
            <a:avLst/>
            <a:gdLst/>
            <a:ahLst/>
            <a:cxnLst/>
            <a:rect l="l" t="t" r="r" b="b"/>
            <a:pathLst>
              <a:path w="642325" h="689745">
                <a:moveTo>
                  <a:pt x="0" y="0"/>
                </a:moveTo>
                <a:lnTo>
                  <a:pt x="642326" y="0"/>
                </a:lnTo>
                <a:lnTo>
                  <a:pt x="642326" y="689746"/>
                </a:lnTo>
                <a:lnTo>
                  <a:pt x="0" y="6897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862819EF-F68D-3214-B6A3-7F8F3504D7C8}"/>
              </a:ext>
            </a:extLst>
          </p:cNvPr>
          <p:cNvSpPr/>
          <p:nvPr/>
        </p:nvSpPr>
        <p:spPr>
          <a:xfrm rot="1958843">
            <a:off x="13995764" y="7588163"/>
            <a:ext cx="1058785" cy="1136951"/>
          </a:xfrm>
          <a:custGeom>
            <a:avLst/>
            <a:gdLst/>
            <a:ahLst/>
            <a:cxnLst/>
            <a:rect l="l" t="t" r="r" b="b"/>
            <a:pathLst>
              <a:path w="1058785" h="1136951">
                <a:moveTo>
                  <a:pt x="0" y="0"/>
                </a:moveTo>
                <a:lnTo>
                  <a:pt x="1058786" y="0"/>
                </a:lnTo>
                <a:lnTo>
                  <a:pt x="1058786" y="1136951"/>
                </a:lnTo>
                <a:lnTo>
                  <a:pt x="0" y="11369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1F6E38FC-A83B-6BC0-CBB9-5BAD31AC6B8F}"/>
              </a:ext>
            </a:extLst>
          </p:cNvPr>
          <p:cNvSpPr/>
          <p:nvPr/>
        </p:nvSpPr>
        <p:spPr>
          <a:xfrm rot="1958843">
            <a:off x="5444608" y="609283"/>
            <a:ext cx="1058785" cy="1136951"/>
          </a:xfrm>
          <a:custGeom>
            <a:avLst/>
            <a:gdLst/>
            <a:ahLst/>
            <a:cxnLst/>
            <a:rect l="l" t="t" r="r" b="b"/>
            <a:pathLst>
              <a:path w="1058785" h="1136951">
                <a:moveTo>
                  <a:pt x="0" y="0"/>
                </a:moveTo>
                <a:lnTo>
                  <a:pt x="1058785" y="0"/>
                </a:lnTo>
                <a:lnTo>
                  <a:pt x="1058785" y="1136951"/>
                </a:lnTo>
                <a:lnTo>
                  <a:pt x="0" y="11369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9C4A39B-64F9-07D0-13A9-33BF191E8DD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-6031283" y="4214694"/>
            <a:ext cx="9546473" cy="1046795"/>
          </a:xfrm>
          <a:prstGeom prst="rect">
            <a:avLst/>
          </a:prstGeom>
        </p:spPr>
      </p:pic>
      <p:sp>
        <p:nvSpPr>
          <p:cNvPr id="22" name="TextBox 8">
            <a:extLst>
              <a:ext uri="{FF2B5EF4-FFF2-40B4-BE49-F238E27FC236}">
                <a16:creationId xmlns:a16="http://schemas.microsoft.com/office/drawing/2014/main" id="{A42D0EDE-A8EA-1C3A-0233-F9F86CFC3935}"/>
              </a:ext>
            </a:extLst>
          </p:cNvPr>
          <p:cNvSpPr txBox="1"/>
          <p:nvPr/>
        </p:nvSpPr>
        <p:spPr>
          <a:xfrm>
            <a:off x="5221575" y="2954810"/>
            <a:ext cx="7938164" cy="35394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vi-VN" sz="11500">
                <a:solidFill>
                  <a:srgbClr val="50564F"/>
                </a:solidFill>
                <a:latin typeface="iCiel Soup of Justice" pitchFamily="2" charset="0"/>
                <a:ea typeface="Genty"/>
                <a:cs typeface="Genty"/>
                <a:sym typeface="Genty"/>
              </a:rPr>
              <a:t>Thiết kế Cơ sở dữ liệu</a:t>
            </a:r>
            <a:endParaRPr lang="en-US" sz="11500">
              <a:solidFill>
                <a:srgbClr val="50564F"/>
              </a:solidFill>
              <a:latin typeface="iCiel Soup of Justice" pitchFamily="2" charset="0"/>
              <a:ea typeface="Genty"/>
              <a:cs typeface="Genty"/>
              <a:sym typeface="Genty"/>
            </a:endParaRP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0638FE76-1C2B-D301-6132-4C602E1D5E6E}"/>
              </a:ext>
            </a:extLst>
          </p:cNvPr>
          <p:cNvSpPr/>
          <p:nvPr/>
        </p:nvSpPr>
        <p:spPr>
          <a:xfrm rot="21120274">
            <a:off x="16086176" y="4221211"/>
            <a:ext cx="1457140" cy="3220198"/>
          </a:xfrm>
          <a:custGeom>
            <a:avLst/>
            <a:gdLst/>
            <a:ahLst/>
            <a:cxnLst/>
            <a:rect l="l" t="t" r="r" b="b"/>
            <a:pathLst>
              <a:path w="2760501" h="6100555">
                <a:moveTo>
                  <a:pt x="0" y="0"/>
                </a:moveTo>
                <a:lnTo>
                  <a:pt x="2760502" y="0"/>
                </a:lnTo>
                <a:lnTo>
                  <a:pt x="2760502" y="6100555"/>
                </a:lnTo>
                <a:lnTo>
                  <a:pt x="0" y="610055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8" name="Freeform 4">
            <a:extLst>
              <a:ext uri="{FF2B5EF4-FFF2-40B4-BE49-F238E27FC236}">
                <a16:creationId xmlns:a16="http://schemas.microsoft.com/office/drawing/2014/main" id="{109E49B9-5752-3524-0283-9F8B8E56389B}"/>
              </a:ext>
            </a:extLst>
          </p:cNvPr>
          <p:cNvSpPr/>
          <p:nvPr/>
        </p:nvSpPr>
        <p:spPr>
          <a:xfrm rot="21003377">
            <a:off x="-802770" y="5143150"/>
            <a:ext cx="4080149" cy="4250156"/>
          </a:xfrm>
          <a:custGeom>
            <a:avLst/>
            <a:gdLst/>
            <a:ahLst/>
            <a:cxnLst/>
            <a:rect l="l" t="t" r="r" b="b"/>
            <a:pathLst>
              <a:path w="4365496" h="4547392">
                <a:moveTo>
                  <a:pt x="0" y="0"/>
                </a:moveTo>
                <a:lnTo>
                  <a:pt x="4365497" y="0"/>
                </a:lnTo>
                <a:lnTo>
                  <a:pt x="4365497" y="4547392"/>
                </a:lnTo>
                <a:lnTo>
                  <a:pt x="0" y="454739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CA51F9DB-54A1-DF32-60AD-BDB07D77A294}"/>
              </a:ext>
            </a:extLst>
          </p:cNvPr>
          <p:cNvSpPr/>
          <p:nvPr/>
        </p:nvSpPr>
        <p:spPr>
          <a:xfrm rot="311423">
            <a:off x="1972431" y="7604346"/>
            <a:ext cx="2704068" cy="2633086"/>
          </a:xfrm>
          <a:custGeom>
            <a:avLst/>
            <a:gdLst/>
            <a:ahLst/>
            <a:cxnLst/>
            <a:rect l="l" t="t" r="r" b="b"/>
            <a:pathLst>
              <a:path w="4836492" h="4709534">
                <a:moveTo>
                  <a:pt x="0" y="0"/>
                </a:moveTo>
                <a:lnTo>
                  <a:pt x="4836492" y="0"/>
                </a:lnTo>
                <a:lnTo>
                  <a:pt x="4836492" y="4709534"/>
                </a:lnTo>
                <a:lnTo>
                  <a:pt x="0" y="47095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5" name="Freeform 2">
            <a:extLst>
              <a:ext uri="{FF2B5EF4-FFF2-40B4-BE49-F238E27FC236}">
                <a16:creationId xmlns:a16="http://schemas.microsoft.com/office/drawing/2014/main" id="{80807A14-1DF2-A99C-3EA8-40EACC4E3D17}"/>
              </a:ext>
            </a:extLst>
          </p:cNvPr>
          <p:cNvSpPr/>
          <p:nvPr/>
        </p:nvSpPr>
        <p:spPr>
          <a:xfrm rot="1099266">
            <a:off x="-2325092" y="3720266"/>
            <a:ext cx="1197451" cy="1267144"/>
          </a:xfrm>
          <a:custGeom>
            <a:avLst/>
            <a:gdLst/>
            <a:ahLst/>
            <a:cxnLst/>
            <a:rect l="l" t="t" r="r" b="b"/>
            <a:pathLst>
              <a:path w="3319486" h="3512683">
                <a:moveTo>
                  <a:pt x="0" y="0"/>
                </a:moveTo>
                <a:lnTo>
                  <a:pt x="3319486" y="0"/>
                </a:lnTo>
                <a:lnTo>
                  <a:pt x="3319486" y="3512683"/>
                </a:lnTo>
                <a:lnTo>
                  <a:pt x="0" y="351268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41057179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BD7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CAE4A6-F265-DD16-687A-4E957909B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F39322EC-B40E-E36F-1B3B-235AAF776353}"/>
              </a:ext>
            </a:extLst>
          </p:cNvPr>
          <p:cNvSpPr/>
          <p:nvPr/>
        </p:nvSpPr>
        <p:spPr>
          <a:xfrm>
            <a:off x="-201019" y="-66349"/>
            <a:ext cx="18690037" cy="10419697"/>
          </a:xfrm>
          <a:custGeom>
            <a:avLst/>
            <a:gdLst/>
            <a:ahLst/>
            <a:cxnLst/>
            <a:rect l="l" t="t" r="r" b="b"/>
            <a:pathLst>
              <a:path w="13632925" h="7600356">
                <a:moveTo>
                  <a:pt x="0" y="0"/>
                </a:moveTo>
                <a:lnTo>
                  <a:pt x="13632924" y="0"/>
                </a:lnTo>
                <a:lnTo>
                  <a:pt x="13632924" y="7600355"/>
                </a:lnTo>
                <a:lnTo>
                  <a:pt x="0" y="76003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720A5829-E894-9468-0061-5E77F8ADEFD5}"/>
              </a:ext>
            </a:extLst>
          </p:cNvPr>
          <p:cNvSpPr/>
          <p:nvPr/>
        </p:nvSpPr>
        <p:spPr>
          <a:xfrm rot="-10800000" flipV="1">
            <a:off x="15750704" y="8496300"/>
            <a:ext cx="2537293" cy="1790700"/>
          </a:xfrm>
          <a:custGeom>
            <a:avLst/>
            <a:gdLst/>
            <a:ahLst/>
            <a:cxnLst/>
            <a:rect l="l" t="t" r="r" b="b"/>
            <a:pathLst>
              <a:path w="5636712" h="4114800">
                <a:moveTo>
                  <a:pt x="0" y="4114800"/>
                </a:moveTo>
                <a:lnTo>
                  <a:pt x="5636712" y="4114800"/>
                </a:lnTo>
                <a:lnTo>
                  <a:pt x="5636712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77EBDA76-4FB3-5BAD-06BA-E9412D6AE249}"/>
              </a:ext>
            </a:extLst>
          </p:cNvPr>
          <p:cNvSpPr/>
          <p:nvPr/>
        </p:nvSpPr>
        <p:spPr>
          <a:xfrm rot="-10800000" flipH="1">
            <a:off x="-53065" y="-51848"/>
            <a:ext cx="2449991" cy="1528501"/>
          </a:xfrm>
          <a:custGeom>
            <a:avLst/>
            <a:gdLst/>
            <a:ahLst/>
            <a:cxnLst/>
            <a:rect l="l" t="t" r="r" b="b"/>
            <a:pathLst>
              <a:path w="5636712" h="4114800">
                <a:moveTo>
                  <a:pt x="5636712" y="0"/>
                </a:moveTo>
                <a:lnTo>
                  <a:pt x="0" y="0"/>
                </a:lnTo>
                <a:lnTo>
                  <a:pt x="0" y="4114800"/>
                </a:lnTo>
                <a:lnTo>
                  <a:pt x="5636712" y="4114800"/>
                </a:lnTo>
                <a:lnTo>
                  <a:pt x="563671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3D1CF0C5-104E-A983-6C50-651A54E98EEC}"/>
              </a:ext>
            </a:extLst>
          </p:cNvPr>
          <p:cNvSpPr/>
          <p:nvPr/>
        </p:nvSpPr>
        <p:spPr>
          <a:xfrm rot="-1242283">
            <a:off x="17153195" y="2643974"/>
            <a:ext cx="642325" cy="689745"/>
          </a:xfrm>
          <a:custGeom>
            <a:avLst/>
            <a:gdLst/>
            <a:ahLst/>
            <a:cxnLst/>
            <a:rect l="l" t="t" r="r" b="b"/>
            <a:pathLst>
              <a:path w="642325" h="689745">
                <a:moveTo>
                  <a:pt x="0" y="0"/>
                </a:moveTo>
                <a:lnTo>
                  <a:pt x="642325" y="0"/>
                </a:lnTo>
                <a:lnTo>
                  <a:pt x="642325" y="689745"/>
                </a:lnTo>
                <a:lnTo>
                  <a:pt x="0" y="6897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9DE8A66E-51FC-6DCC-AB48-8988050A5D77}"/>
              </a:ext>
            </a:extLst>
          </p:cNvPr>
          <p:cNvSpPr/>
          <p:nvPr/>
        </p:nvSpPr>
        <p:spPr>
          <a:xfrm rot="-1242283">
            <a:off x="15884549" y="9166455"/>
            <a:ext cx="642325" cy="689745"/>
          </a:xfrm>
          <a:custGeom>
            <a:avLst/>
            <a:gdLst/>
            <a:ahLst/>
            <a:cxnLst/>
            <a:rect l="l" t="t" r="r" b="b"/>
            <a:pathLst>
              <a:path w="642325" h="689745">
                <a:moveTo>
                  <a:pt x="0" y="0"/>
                </a:moveTo>
                <a:lnTo>
                  <a:pt x="642326" y="0"/>
                </a:lnTo>
                <a:lnTo>
                  <a:pt x="642326" y="689746"/>
                </a:lnTo>
                <a:lnTo>
                  <a:pt x="0" y="6897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AB907DF4-7DAB-CC55-E2B8-E026988A734D}"/>
              </a:ext>
            </a:extLst>
          </p:cNvPr>
          <p:cNvSpPr/>
          <p:nvPr/>
        </p:nvSpPr>
        <p:spPr>
          <a:xfrm rot="1958843">
            <a:off x="11758487" y="190069"/>
            <a:ext cx="835922" cy="897635"/>
          </a:xfrm>
          <a:custGeom>
            <a:avLst/>
            <a:gdLst/>
            <a:ahLst/>
            <a:cxnLst/>
            <a:rect l="l" t="t" r="r" b="b"/>
            <a:pathLst>
              <a:path w="1058785" h="1136951">
                <a:moveTo>
                  <a:pt x="0" y="0"/>
                </a:moveTo>
                <a:lnTo>
                  <a:pt x="1058786" y="0"/>
                </a:lnTo>
                <a:lnTo>
                  <a:pt x="1058786" y="1136951"/>
                </a:lnTo>
                <a:lnTo>
                  <a:pt x="0" y="11369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55507C84-5ED0-50C8-8D3E-CB454471E836}"/>
              </a:ext>
            </a:extLst>
          </p:cNvPr>
          <p:cNvSpPr/>
          <p:nvPr/>
        </p:nvSpPr>
        <p:spPr>
          <a:xfrm rot="1958843">
            <a:off x="939982" y="4427638"/>
            <a:ext cx="1058785" cy="1136951"/>
          </a:xfrm>
          <a:custGeom>
            <a:avLst/>
            <a:gdLst/>
            <a:ahLst/>
            <a:cxnLst/>
            <a:rect l="l" t="t" r="r" b="b"/>
            <a:pathLst>
              <a:path w="1058785" h="1136951">
                <a:moveTo>
                  <a:pt x="0" y="0"/>
                </a:moveTo>
                <a:lnTo>
                  <a:pt x="1058785" y="0"/>
                </a:lnTo>
                <a:lnTo>
                  <a:pt x="1058785" y="1136951"/>
                </a:lnTo>
                <a:lnTo>
                  <a:pt x="0" y="11369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7483B55-404D-E37D-9C45-D254FD0710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-6031283" y="4214694"/>
            <a:ext cx="9546473" cy="10467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E1B93AD-8372-5A71-8D7E-0F4EAB149D9B}"/>
              </a:ext>
            </a:extLst>
          </p:cNvPr>
          <p:cNvSpPr txBox="1"/>
          <p:nvPr/>
        </p:nvSpPr>
        <p:spPr>
          <a:xfrm>
            <a:off x="2332063" y="1059884"/>
            <a:ext cx="15271646" cy="8217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vi-VN" sz="3000" b="1">
                <a:solidFill>
                  <a:srgbClr val="462812"/>
                </a:solidFill>
                <a:latin typeface="+mj-lt"/>
                <a:cs typeface="Cascadia Code" panose="020B0609020000020004" pitchFamily="49" charset="0"/>
              </a:rPr>
              <a:t>CATEGORY</a:t>
            </a:r>
            <a:r>
              <a:rPr lang="vi-VN" sz="2700">
                <a:solidFill>
                  <a:srgbClr val="462812"/>
                </a:solidFill>
                <a:latin typeface="+mj-lt"/>
                <a:cs typeface="Cascadia Code" panose="020B0609020000020004" pitchFamily="49" charset="0"/>
              </a:rPr>
              <a:t>(</a:t>
            </a:r>
            <a:r>
              <a:rPr lang="vi-VN" sz="2700" u="sng">
                <a:solidFill>
                  <a:srgbClr val="FF0000"/>
                </a:solidFill>
                <a:latin typeface="+mj-lt"/>
                <a:cs typeface="Cascadia Code" panose="020B0609020000020004" pitchFamily="49" charset="0"/>
              </a:rPr>
              <a:t>CaterogyID</a:t>
            </a:r>
            <a:r>
              <a:rPr lang="vi-VN" sz="2700">
                <a:solidFill>
                  <a:srgbClr val="462812"/>
                </a:solidFill>
                <a:latin typeface="+mj-lt"/>
                <a:cs typeface="Cascadia Code" panose="020B0609020000020004" pitchFamily="49" charset="0"/>
              </a:rPr>
              <a:t>, CategoryName, IsDeleted)</a:t>
            </a:r>
          </a:p>
          <a:p>
            <a:pPr algn="just"/>
            <a:r>
              <a:rPr lang="vi-VN" sz="3000" b="1">
                <a:solidFill>
                  <a:srgbClr val="462812"/>
                </a:solidFill>
                <a:latin typeface="+mj-lt"/>
                <a:cs typeface="Cascadia Code" panose="020B0609020000020004" pitchFamily="49" charset="0"/>
              </a:rPr>
              <a:t>SIZE</a:t>
            </a:r>
            <a:r>
              <a:rPr lang="vi-VN" sz="2700">
                <a:solidFill>
                  <a:srgbClr val="462812"/>
                </a:solidFill>
                <a:latin typeface="+mj-lt"/>
                <a:cs typeface="Cascadia Code" panose="020B0609020000020004" pitchFamily="49" charset="0"/>
              </a:rPr>
              <a:t>(</a:t>
            </a:r>
            <a:r>
              <a:rPr lang="vi-VN" sz="2700" u="sng">
                <a:solidFill>
                  <a:srgbClr val="FF0000"/>
                </a:solidFill>
                <a:latin typeface="+mj-lt"/>
                <a:cs typeface="Cascadia Code" panose="020B0609020000020004" pitchFamily="49" charset="0"/>
              </a:rPr>
              <a:t>SizeID</a:t>
            </a:r>
            <a:r>
              <a:rPr lang="vi-VN" sz="2700">
                <a:solidFill>
                  <a:srgbClr val="462812"/>
                </a:solidFill>
                <a:latin typeface="+mj-lt"/>
                <a:cs typeface="Cascadia Code" panose="020B0609020000020004" pitchFamily="49" charset="0"/>
              </a:rPr>
              <a:t>, SizeName, IsDeleted)</a:t>
            </a:r>
          </a:p>
          <a:p>
            <a:pPr algn="just"/>
            <a:r>
              <a:rPr lang="en-US" sz="3000" b="1">
                <a:solidFill>
                  <a:srgbClr val="4628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lang="en-US" sz="2700">
                <a:solidFill>
                  <a:srgbClr val="4628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700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ItemID</a:t>
            </a:r>
            <a:r>
              <a:rPr lang="en-US" sz="2700">
                <a:solidFill>
                  <a:srgbClr val="4628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ItemName, ImagePath, Info, </a:t>
            </a:r>
            <a:r>
              <a:rPr lang="en-US" sz="270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CategoryID</a:t>
            </a:r>
            <a:r>
              <a:rPr lang="en-US" sz="2700">
                <a:solidFill>
                  <a:srgbClr val="4628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IsAvailable, IsDeleted)</a:t>
            </a:r>
            <a:endParaRPr lang="vi-VN" sz="2700">
              <a:solidFill>
                <a:srgbClr val="46281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000" b="1">
                <a:solidFill>
                  <a:srgbClr val="4628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ITEMPRICE</a:t>
            </a:r>
            <a:r>
              <a:rPr lang="en-US" sz="2700">
                <a:solidFill>
                  <a:srgbClr val="4628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700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PriceID</a:t>
            </a:r>
            <a:r>
              <a:rPr lang="en-US" sz="2700">
                <a:solidFill>
                  <a:srgbClr val="4628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70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ItemID</a:t>
            </a:r>
            <a:r>
              <a:rPr lang="en-US" sz="2700">
                <a:solidFill>
                  <a:srgbClr val="4628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70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SizeID</a:t>
            </a:r>
            <a:r>
              <a:rPr lang="en-US" sz="2700">
                <a:solidFill>
                  <a:srgbClr val="4628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Price, IsDeleted)</a:t>
            </a:r>
            <a:endParaRPr lang="vi-VN" sz="2700">
              <a:solidFill>
                <a:srgbClr val="46281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vi-VN" sz="3000" b="1">
                <a:solidFill>
                  <a:srgbClr val="462812"/>
                </a:solidFill>
                <a:latin typeface="+mj-lt"/>
                <a:cs typeface="Cascadia Code" panose="020B0609020000020004" pitchFamily="49" charset="0"/>
              </a:rPr>
              <a:t>CAFETABLE</a:t>
            </a:r>
            <a:r>
              <a:rPr lang="vi-VN" sz="2700">
                <a:solidFill>
                  <a:srgbClr val="462812"/>
                </a:solidFill>
                <a:latin typeface="+mj-lt"/>
                <a:cs typeface="Cascadia Code" panose="020B0609020000020004" pitchFamily="49" charset="0"/>
              </a:rPr>
              <a:t>(</a:t>
            </a:r>
            <a:r>
              <a:rPr lang="vi-VN" sz="2700" u="sng">
                <a:solidFill>
                  <a:srgbClr val="FF0000"/>
                </a:solidFill>
                <a:latin typeface="+mj-lt"/>
                <a:cs typeface="Cascadia Code" panose="020B0609020000020004" pitchFamily="49" charset="0"/>
              </a:rPr>
              <a:t>TableID</a:t>
            </a:r>
            <a:r>
              <a:rPr lang="vi-VN" sz="2700">
                <a:solidFill>
                  <a:srgbClr val="462812"/>
                </a:solidFill>
                <a:latin typeface="+mj-lt"/>
                <a:cs typeface="Cascadia Code" panose="020B0609020000020004" pitchFamily="49" charset="0"/>
              </a:rPr>
              <a:t>, TableName, TableStatus, Note, IsDeleted)</a:t>
            </a:r>
          </a:p>
          <a:p>
            <a:pPr algn="just"/>
            <a:r>
              <a:rPr lang="en-US" sz="3000" b="1">
                <a:solidFill>
                  <a:srgbClr val="4628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</a:t>
            </a:r>
            <a:r>
              <a:rPr lang="en-US" sz="2700">
                <a:solidFill>
                  <a:srgbClr val="4628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700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CustomerID</a:t>
            </a:r>
            <a:r>
              <a:rPr lang="en-US" sz="2700">
                <a:solidFill>
                  <a:srgbClr val="4628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CustomerName, PhoneNumber, Email, Point, Tier, JoinDate, IsDeleted)</a:t>
            </a:r>
            <a:endParaRPr lang="vi-VN" sz="2700">
              <a:solidFill>
                <a:srgbClr val="46281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000" b="1">
                <a:solidFill>
                  <a:srgbClr val="4628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SHIFT</a:t>
            </a:r>
            <a:r>
              <a:rPr lang="en-US" sz="2700">
                <a:solidFill>
                  <a:srgbClr val="4628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700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ShiftID</a:t>
            </a:r>
            <a:r>
              <a:rPr lang="en-US" sz="2700">
                <a:solidFill>
                  <a:srgbClr val="4628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ShiftName, StartTime, EndTime, IsDeleted)</a:t>
            </a:r>
            <a:endParaRPr lang="vi-VN" sz="2700">
              <a:solidFill>
                <a:srgbClr val="46281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vi-VN" sz="3000" b="1">
                <a:solidFill>
                  <a:srgbClr val="462812"/>
                </a:solidFill>
                <a:latin typeface="+mj-lt"/>
                <a:cs typeface="Cascadia Code" panose="020B0609020000020004" pitchFamily="49" charset="0"/>
              </a:rPr>
              <a:t>STAFF</a:t>
            </a:r>
            <a:r>
              <a:rPr lang="vi-VN" sz="2700">
                <a:solidFill>
                  <a:srgbClr val="462812"/>
                </a:solidFill>
                <a:latin typeface="+mj-lt"/>
                <a:cs typeface="Cascadia Code" panose="020B0609020000020004" pitchFamily="49" charset="0"/>
              </a:rPr>
              <a:t>(</a:t>
            </a:r>
            <a:r>
              <a:rPr lang="vi-VN" sz="2700" u="sng">
                <a:solidFill>
                  <a:srgbClr val="FF0000"/>
                </a:solidFill>
                <a:latin typeface="+mj-lt"/>
                <a:cs typeface="Cascadia Code" panose="020B0609020000020004" pitchFamily="49" charset="0"/>
              </a:rPr>
              <a:t>StaffID</a:t>
            </a:r>
            <a:r>
              <a:rPr lang="vi-VN" sz="2700">
                <a:solidFill>
                  <a:srgbClr val="462812"/>
                </a:solidFill>
                <a:latin typeface="+mj-lt"/>
                <a:cs typeface="Cascadia Code" panose="020B0609020000020004" pitchFamily="49" charset="0"/>
              </a:rPr>
              <a:t>, StaffName, Username, PasswordHash, StaffRole, Phonenumber, Email, Birthday, StartDate, Gender, </a:t>
            </a:r>
            <a:r>
              <a:rPr lang="vi-VN" sz="2700">
                <a:solidFill>
                  <a:srgbClr val="0070C0"/>
                </a:solidFill>
                <a:latin typeface="+mj-lt"/>
                <a:cs typeface="Cascadia Code" panose="020B0609020000020004" pitchFamily="49" charset="0"/>
              </a:rPr>
              <a:t>ShiftID</a:t>
            </a:r>
            <a:r>
              <a:rPr lang="vi-VN" sz="2700">
                <a:solidFill>
                  <a:srgbClr val="462812"/>
                </a:solidFill>
                <a:latin typeface="+mj-lt"/>
                <a:cs typeface="Cascadia Code" panose="020B0609020000020004" pitchFamily="49" charset="0"/>
              </a:rPr>
              <a:t>, BaseSalary, IsDeleted)</a:t>
            </a:r>
          </a:p>
          <a:p>
            <a:pPr algn="just"/>
            <a:r>
              <a:rPr lang="vi-VN" sz="3000" b="1">
                <a:solidFill>
                  <a:srgbClr val="462812"/>
                </a:solidFill>
                <a:latin typeface="+mj-lt"/>
                <a:cs typeface="Cascadia Code" panose="020B0609020000020004" pitchFamily="49" charset="0"/>
              </a:rPr>
              <a:t>DISCOUNT</a:t>
            </a:r>
            <a:r>
              <a:rPr lang="vi-VN" sz="2700">
                <a:solidFill>
                  <a:srgbClr val="462812"/>
                </a:solidFill>
                <a:latin typeface="+mj-lt"/>
                <a:cs typeface="Cascadia Code" panose="020B0609020000020004" pitchFamily="49" charset="0"/>
              </a:rPr>
              <a:t>(</a:t>
            </a:r>
            <a:r>
              <a:rPr lang="vi-VN" sz="2700" u="sng">
                <a:solidFill>
                  <a:srgbClr val="FF0000"/>
                </a:solidFill>
                <a:latin typeface="+mj-lt"/>
                <a:cs typeface="Cascadia Code" panose="020B0609020000020004" pitchFamily="49" charset="0"/>
              </a:rPr>
              <a:t>DiscountID</a:t>
            </a:r>
            <a:r>
              <a:rPr lang="vi-VN" sz="2700">
                <a:solidFill>
                  <a:srgbClr val="462812"/>
                </a:solidFill>
                <a:latin typeface="+mj-lt"/>
                <a:cs typeface="Cascadia Code" panose="020B0609020000020004" pitchFamily="49" charset="0"/>
              </a:rPr>
              <a:t>, DiscountCode, DiscountName, DiscountType, DiscountValue, MinimunOrderValue, MaximumDiscountAmount, IsActive, UsedCount, UsedLimit)</a:t>
            </a:r>
          </a:p>
          <a:p>
            <a:pPr algn="just"/>
            <a:r>
              <a:rPr lang="en-US" sz="3000" b="1">
                <a:solidFill>
                  <a:srgbClr val="4628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sz="2700">
                <a:solidFill>
                  <a:srgbClr val="4628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700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OrderID</a:t>
            </a:r>
            <a:r>
              <a:rPr lang="en-US" sz="2700">
                <a:solidFill>
                  <a:srgbClr val="4628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70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TableID</a:t>
            </a:r>
            <a:r>
              <a:rPr lang="en-US" sz="2700">
                <a:solidFill>
                  <a:srgbClr val="4628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70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CustomerID</a:t>
            </a:r>
            <a:r>
              <a:rPr lang="en-US" sz="2700">
                <a:solidFill>
                  <a:srgbClr val="4628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70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StaffID</a:t>
            </a:r>
            <a:r>
              <a:rPr lang="en-US" sz="2700">
                <a:solidFill>
                  <a:srgbClr val="4628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OrderDate, OrderStatus, SubTotal, </a:t>
            </a:r>
            <a:r>
              <a:rPr lang="en-US" sz="270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DiscountID</a:t>
            </a:r>
            <a:r>
              <a:rPr lang="en-US" sz="2700">
                <a:solidFill>
                  <a:srgbClr val="4628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DiscountMoney, TotalAmount, PaymentMethod)</a:t>
            </a:r>
            <a:endParaRPr lang="vi-VN" sz="2700">
              <a:solidFill>
                <a:srgbClr val="46281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000" b="1">
                <a:solidFill>
                  <a:srgbClr val="4628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ORDERDETAIL</a:t>
            </a:r>
            <a:r>
              <a:rPr lang="en-US" sz="2700">
                <a:solidFill>
                  <a:srgbClr val="4628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700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OrderDetailID</a:t>
            </a:r>
            <a:r>
              <a:rPr lang="en-US" sz="2700">
                <a:solidFill>
                  <a:srgbClr val="4628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70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OrderID</a:t>
            </a:r>
            <a:r>
              <a:rPr lang="en-US" sz="2700">
                <a:solidFill>
                  <a:srgbClr val="4628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70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PriceID</a:t>
            </a:r>
            <a:r>
              <a:rPr lang="en-US" sz="2700">
                <a:solidFill>
                  <a:srgbClr val="4628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Quantity, UnitPrice, TotalPrice, Note)</a:t>
            </a:r>
            <a:endParaRPr lang="vi-VN" sz="2700">
              <a:solidFill>
                <a:srgbClr val="46281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000" b="1">
                <a:solidFill>
                  <a:srgbClr val="4628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INVENTORY</a:t>
            </a:r>
            <a:r>
              <a:rPr lang="en-US" sz="2700">
                <a:solidFill>
                  <a:srgbClr val="4628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700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MaterialID</a:t>
            </a:r>
            <a:r>
              <a:rPr lang="en-US" sz="2700">
                <a:solidFill>
                  <a:srgbClr val="4628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MaterialName, Quantity, Unit, Threshold, Note, IsDeleted)</a:t>
            </a:r>
            <a:endParaRPr lang="vi-VN" sz="2700">
              <a:solidFill>
                <a:srgbClr val="46281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vi-VN" sz="3000" b="1">
                <a:solidFill>
                  <a:srgbClr val="462812"/>
                </a:solidFill>
                <a:latin typeface="+mj-lt"/>
                <a:cs typeface="Cascadia Code" panose="020B0609020000020004" pitchFamily="49" charset="0"/>
              </a:rPr>
              <a:t>ACTIONTYPE</a:t>
            </a:r>
            <a:r>
              <a:rPr lang="vi-VN" sz="2700">
                <a:solidFill>
                  <a:srgbClr val="462812"/>
                </a:solidFill>
                <a:latin typeface="+mj-lt"/>
                <a:cs typeface="Cascadia Code" panose="020B0609020000020004" pitchFamily="49" charset="0"/>
              </a:rPr>
              <a:t>(</a:t>
            </a:r>
            <a:r>
              <a:rPr lang="vi-VN" sz="2700" u="sng">
                <a:solidFill>
                  <a:srgbClr val="FF0000"/>
                </a:solidFill>
                <a:latin typeface="+mj-lt"/>
                <a:cs typeface="Cascadia Code" panose="020B0609020000020004" pitchFamily="49" charset="0"/>
              </a:rPr>
              <a:t>ActionTypeID</a:t>
            </a:r>
            <a:r>
              <a:rPr lang="vi-VN" sz="2700">
                <a:solidFill>
                  <a:srgbClr val="462812"/>
                </a:solidFill>
                <a:latin typeface="+mj-lt"/>
                <a:cs typeface="Cascadia Code" panose="020B0609020000020004" pitchFamily="49" charset="0"/>
              </a:rPr>
              <a:t>, ActionName)</a:t>
            </a:r>
          </a:p>
          <a:p>
            <a:pPr algn="just"/>
            <a:r>
              <a:rPr lang="en-US" sz="3000" b="1">
                <a:solidFill>
                  <a:srgbClr val="4628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INVENTORYHISTORY</a:t>
            </a:r>
            <a:r>
              <a:rPr lang="en-US" sz="2700">
                <a:solidFill>
                  <a:srgbClr val="4628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700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HistoryID</a:t>
            </a:r>
            <a:r>
              <a:rPr lang="en-US" sz="2700">
                <a:solidFill>
                  <a:srgbClr val="4628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70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MaterialID</a:t>
            </a:r>
            <a:r>
              <a:rPr lang="en-US" sz="2700">
                <a:solidFill>
                  <a:srgbClr val="4628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70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ActionTypeID</a:t>
            </a:r>
            <a:r>
              <a:rPr lang="en-US" sz="2700">
                <a:solidFill>
                  <a:srgbClr val="4628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Quantity, InputPrice, Date, StaffID)</a:t>
            </a:r>
            <a:endParaRPr lang="vi-VN" sz="2700">
              <a:solidFill>
                <a:srgbClr val="46281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vi-VN" sz="3000" b="1">
                <a:solidFill>
                  <a:srgbClr val="462812"/>
                </a:solidFill>
                <a:latin typeface="+mj-lt"/>
                <a:cs typeface="Cascadia Code" panose="020B0609020000020004" pitchFamily="49" charset="0"/>
              </a:rPr>
              <a:t>OTPREQUEST</a:t>
            </a:r>
            <a:r>
              <a:rPr lang="vi-VN" sz="2700">
                <a:solidFill>
                  <a:srgbClr val="462812"/>
                </a:solidFill>
                <a:latin typeface="+mj-lt"/>
                <a:cs typeface="Cascadia Code" panose="020B0609020000020004" pitchFamily="49" charset="0"/>
              </a:rPr>
              <a:t>(</a:t>
            </a:r>
            <a:r>
              <a:rPr lang="vi-VN" sz="2700" u="sng">
                <a:solidFill>
                  <a:srgbClr val="FF0000"/>
                </a:solidFill>
                <a:latin typeface="+mj-lt"/>
                <a:cs typeface="Cascadia Code" panose="020B0609020000020004" pitchFamily="49" charset="0"/>
              </a:rPr>
              <a:t>RequestID</a:t>
            </a:r>
            <a:r>
              <a:rPr lang="vi-VN" sz="2700">
                <a:solidFill>
                  <a:srgbClr val="462812"/>
                </a:solidFill>
                <a:latin typeface="+mj-lt"/>
                <a:cs typeface="Cascadia Code" panose="020B0609020000020004" pitchFamily="49" charset="0"/>
              </a:rPr>
              <a:t>, Email, Code, ExpireTime)</a:t>
            </a:r>
          </a:p>
        </p:txBody>
      </p:sp>
      <p:sp>
        <p:nvSpPr>
          <p:cNvPr id="14" name="Freeform 3">
            <a:extLst>
              <a:ext uri="{FF2B5EF4-FFF2-40B4-BE49-F238E27FC236}">
                <a16:creationId xmlns:a16="http://schemas.microsoft.com/office/drawing/2014/main" id="{E264DD9C-6C2B-3090-F027-02B653CE1617}"/>
              </a:ext>
            </a:extLst>
          </p:cNvPr>
          <p:cNvSpPr/>
          <p:nvPr/>
        </p:nvSpPr>
        <p:spPr>
          <a:xfrm rot="21120274">
            <a:off x="19549160" y="9381735"/>
            <a:ext cx="1210066" cy="2674178"/>
          </a:xfrm>
          <a:custGeom>
            <a:avLst/>
            <a:gdLst/>
            <a:ahLst/>
            <a:cxnLst/>
            <a:rect l="l" t="t" r="r" b="b"/>
            <a:pathLst>
              <a:path w="2760501" h="6100555">
                <a:moveTo>
                  <a:pt x="0" y="0"/>
                </a:moveTo>
                <a:lnTo>
                  <a:pt x="2760502" y="0"/>
                </a:lnTo>
                <a:lnTo>
                  <a:pt x="2760502" y="6100555"/>
                </a:lnTo>
                <a:lnTo>
                  <a:pt x="0" y="610055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5" name="Freeform 4">
            <a:extLst>
              <a:ext uri="{FF2B5EF4-FFF2-40B4-BE49-F238E27FC236}">
                <a16:creationId xmlns:a16="http://schemas.microsoft.com/office/drawing/2014/main" id="{FA91CECF-4EE2-F468-8465-ACEC37DB55E7}"/>
              </a:ext>
            </a:extLst>
          </p:cNvPr>
          <p:cNvSpPr/>
          <p:nvPr/>
        </p:nvSpPr>
        <p:spPr>
          <a:xfrm rot="21003377">
            <a:off x="-3114532" y="9881084"/>
            <a:ext cx="2132299" cy="2221145"/>
          </a:xfrm>
          <a:custGeom>
            <a:avLst/>
            <a:gdLst/>
            <a:ahLst/>
            <a:cxnLst/>
            <a:rect l="l" t="t" r="r" b="b"/>
            <a:pathLst>
              <a:path w="4365496" h="4547392">
                <a:moveTo>
                  <a:pt x="0" y="0"/>
                </a:moveTo>
                <a:lnTo>
                  <a:pt x="4365497" y="0"/>
                </a:lnTo>
                <a:lnTo>
                  <a:pt x="4365497" y="4547392"/>
                </a:lnTo>
                <a:lnTo>
                  <a:pt x="0" y="454739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5EFB20A7-BFB7-0A8E-D689-EC0F74ABF799}"/>
              </a:ext>
            </a:extLst>
          </p:cNvPr>
          <p:cNvSpPr/>
          <p:nvPr/>
        </p:nvSpPr>
        <p:spPr>
          <a:xfrm rot="311423">
            <a:off x="-1705747" y="11439044"/>
            <a:ext cx="1413154" cy="1376059"/>
          </a:xfrm>
          <a:custGeom>
            <a:avLst/>
            <a:gdLst/>
            <a:ahLst/>
            <a:cxnLst/>
            <a:rect l="l" t="t" r="r" b="b"/>
            <a:pathLst>
              <a:path w="4836492" h="4709534">
                <a:moveTo>
                  <a:pt x="0" y="0"/>
                </a:moveTo>
                <a:lnTo>
                  <a:pt x="4836492" y="0"/>
                </a:lnTo>
                <a:lnTo>
                  <a:pt x="4836492" y="4709534"/>
                </a:lnTo>
                <a:lnTo>
                  <a:pt x="0" y="47095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1122963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BD7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DCB908-278E-8BC8-3221-C4DE08EED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F8F818AA-E8D1-B3BC-2777-83BCA60590ED}"/>
              </a:ext>
            </a:extLst>
          </p:cNvPr>
          <p:cNvSpPr/>
          <p:nvPr/>
        </p:nvSpPr>
        <p:spPr>
          <a:xfrm>
            <a:off x="8458199" y="4838701"/>
            <a:ext cx="1371602" cy="609598"/>
          </a:xfrm>
          <a:custGeom>
            <a:avLst/>
            <a:gdLst/>
            <a:ahLst/>
            <a:cxnLst/>
            <a:rect l="l" t="t" r="r" b="b"/>
            <a:pathLst>
              <a:path w="13632925" h="7600356">
                <a:moveTo>
                  <a:pt x="0" y="0"/>
                </a:moveTo>
                <a:lnTo>
                  <a:pt x="13632924" y="0"/>
                </a:lnTo>
                <a:lnTo>
                  <a:pt x="13632924" y="7600355"/>
                </a:lnTo>
                <a:lnTo>
                  <a:pt x="0" y="76003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52DFD986-6C38-2FE8-4B77-9D7072596F06}"/>
              </a:ext>
            </a:extLst>
          </p:cNvPr>
          <p:cNvSpPr/>
          <p:nvPr/>
        </p:nvSpPr>
        <p:spPr>
          <a:xfrm rot="-10800000" flipV="1">
            <a:off x="15750704" y="8496300"/>
            <a:ext cx="2537293" cy="1790700"/>
          </a:xfrm>
          <a:custGeom>
            <a:avLst/>
            <a:gdLst/>
            <a:ahLst/>
            <a:cxnLst/>
            <a:rect l="l" t="t" r="r" b="b"/>
            <a:pathLst>
              <a:path w="5636712" h="4114800">
                <a:moveTo>
                  <a:pt x="0" y="4114800"/>
                </a:moveTo>
                <a:lnTo>
                  <a:pt x="5636712" y="4114800"/>
                </a:lnTo>
                <a:lnTo>
                  <a:pt x="5636712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F4BA3B52-CB3E-5976-6652-E7E102D2AA2B}"/>
              </a:ext>
            </a:extLst>
          </p:cNvPr>
          <p:cNvSpPr/>
          <p:nvPr/>
        </p:nvSpPr>
        <p:spPr>
          <a:xfrm rot="-10800000" flipH="1">
            <a:off x="-53065" y="-51848"/>
            <a:ext cx="2449991" cy="1528501"/>
          </a:xfrm>
          <a:custGeom>
            <a:avLst/>
            <a:gdLst/>
            <a:ahLst/>
            <a:cxnLst/>
            <a:rect l="l" t="t" r="r" b="b"/>
            <a:pathLst>
              <a:path w="5636712" h="4114800">
                <a:moveTo>
                  <a:pt x="5636712" y="0"/>
                </a:moveTo>
                <a:lnTo>
                  <a:pt x="0" y="0"/>
                </a:lnTo>
                <a:lnTo>
                  <a:pt x="0" y="4114800"/>
                </a:lnTo>
                <a:lnTo>
                  <a:pt x="5636712" y="4114800"/>
                </a:lnTo>
                <a:lnTo>
                  <a:pt x="563671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FD03E86D-BE90-7C75-A213-B37BFF5AF07F}"/>
              </a:ext>
            </a:extLst>
          </p:cNvPr>
          <p:cNvSpPr/>
          <p:nvPr/>
        </p:nvSpPr>
        <p:spPr>
          <a:xfrm rot="-1242283">
            <a:off x="1703338" y="8932645"/>
            <a:ext cx="642325" cy="689745"/>
          </a:xfrm>
          <a:custGeom>
            <a:avLst/>
            <a:gdLst/>
            <a:ahLst/>
            <a:cxnLst/>
            <a:rect l="l" t="t" r="r" b="b"/>
            <a:pathLst>
              <a:path w="642325" h="689745">
                <a:moveTo>
                  <a:pt x="0" y="0"/>
                </a:moveTo>
                <a:lnTo>
                  <a:pt x="642325" y="0"/>
                </a:lnTo>
                <a:lnTo>
                  <a:pt x="642325" y="689745"/>
                </a:lnTo>
                <a:lnTo>
                  <a:pt x="0" y="6897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8A7DDE3D-67F4-7579-E76B-163AF5B712E6}"/>
              </a:ext>
            </a:extLst>
          </p:cNvPr>
          <p:cNvSpPr/>
          <p:nvPr/>
        </p:nvSpPr>
        <p:spPr>
          <a:xfrm rot="-1242283">
            <a:off x="15884549" y="9166455"/>
            <a:ext cx="642325" cy="689745"/>
          </a:xfrm>
          <a:custGeom>
            <a:avLst/>
            <a:gdLst/>
            <a:ahLst/>
            <a:cxnLst/>
            <a:rect l="l" t="t" r="r" b="b"/>
            <a:pathLst>
              <a:path w="642325" h="689745">
                <a:moveTo>
                  <a:pt x="0" y="0"/>
                </a:moveTo>
                <a:lnTo>
                  <a:pt x="642326" y="0"/>
                </a:lnTo>
                <a:lnTo>
                  <a:pt x="642326" y="689746"/>
                </a:lnTo>
                <a:lnTo>
                  <a:pt x="0" y="6897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BA65DCB8-1AAE-FD1D-8929-F038CC34CB40}"/>
              </a:ext>
            </a:extLst>
          </p:cNvPr>
          <p:cNvSpPr/>
          <p:nvPr/>
        </p:nvSpPr>
        <p:spPr>
          <a:xfrm rot="1958843">
            <a:off x="230693" y="747310"/>
            <a:ext cx="1058785" cy="1136951"/>
          </a:xfrm>
          <a:custGeom>
            <a:avLst/>
            <a:gdLst/>
            <a:ahLst/>
            <a:cxnLst/>
            <a:rect l="l" t="t" r="r" b="b"/>
            <a:pathLst>
              <a:path w="1058785" h="1136951">
                <a:moveTo>
                  <a:pt x="0" y="0"/>
                </a:moveTo>
                <a:lnTo>
                  <a:pt x="1058785" y="0"/>
                </a:lnTo>
                <a:lnTo>
                  <a:pt x="1058785" y="1136951"/>
                </a:lnTo>
                <a:lnTo>
                  <a:pt x="0" y="11369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AB61DD3-DB36-9E0F-4737-C1C14F80C68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-6031283" y="4214694"/>
            <a:ext cx="9546473" cy="104679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4FF00B9-353B-561E-7F61-E318DC4A55E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56095" y="0"/>
            <a:ext cx="12158037" cy="1030973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Freeform 11">
            <a:extLst>
              <a:ext uri="{FF2B5EF4-FFF2-40B4-BE49-F238E27FC236}">
                <a16:creationId xmlns:a16="http://schemas.microsoft.com/office/drawing/2014/main" id="{09A7AA4B-CA7B-86BA-6842-D4D6F96B5AE8}"/>
              </a:ext>
            </a:extLst>
          </p:cNvPr>
          <p:cNvSpPr/>
          <p:nvPr/>
        </p:nvSpPr>
        <p:spPr>
          <a:xfrm rot="1958843">
            <a:off x="16624512" y="866968"/>
            <a:ext cx="835922" cy="897635"/>
          </a:xfrm>
          <a:custGeom>
            <a:avLst/>
            <a:gdLst/>
            <a:ahLst/>
            <a:cxnLst/>
            <a:rect l="l" t="t" r="r" b="b"/>
            <a:pathLst>
              <a:path w="1058785" h="1136951">
                <a:moveTo>
                  <a:pt x="0" y="0"/>
                </a:moveTo>
                <a:lnTo>
                  <a:pt x="1058786" y="0"/>
                </a:lnTo>
                <a:lnTo>
                  <a:pt x="1058786" y="1136951"/>
                </a:lnTo>
                <a:lnTo>
                  <a:pt x="0" y="11369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E4E64712-5191-947F-8F20-ED1FC975829E}"/>
              </a:ext>
            </a:extLst>
          </p:cNvPr>
          <p:cNvSpPr/>
          <p:nvPr/>
        </p:nvSpPr>
        <p:spPr>
          <a:xfrm rot="690370">
            <a:off x="-1425420" y="10645364"/>
            <a:ext cx="2744709" cy="1869833"/>
          </a:xfrm>
          <a:custGeom>
            <a:avLst/>
            <a:gdLst/>
            <a:ahLst/>
            <a:cxnLst/>
            <a:rect l="l" t="t" r="r" b="b"/>
            <a:pathLst>
              <a:path w="5671733" h="3863868">
                <a:moveTo>
                  <a:pt x="0" y="0"/>
                </a:moveTo>
                <a:lnTo>
                  <a:pt x="5671734" y="0"/>
                </a:lnTo>
                <a:lnTo>
                  <a:pt x="5671734" y="3863869"/>
                </a:lnTo>
                <a:lnTo>
                  <a:pt x="0" y="386386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A98308FB-5162-7D72-47C9-A3BCF18934AB}"/>
              </a:ext>
            </a:extLst>
          </p:cNvPr>
          <p:cNvSpPr/>
          <p:nvPr/>
        </p:nvSpPr>
        <p:spPr>
          <a:xfrm>
            <a:off x="448506" y="11362202"/>
            <a:ext cx="1933672" cy="1407955"/>
          </a:xfrm>
          <a:custGeom>
            <a:avLst/>
            <a:gdLst/>
            <a:ahLst/>
            <a:cxnLst/>
            <a:rect l="l" t="t" r="r" b="b"/>
            <a:pathLst>
              <a:path w="5119304" h="3727494">
                <a:moveTo>
                  <a:pt x="0" y="0"/>
                </a:moveTo>
                <a:lnTo>
                  <a:pt x="5119304" y="0"/>
                </a:lnTo>
                <a:lnTo>
                  <a:pt x="5119304" y="3727494"/>
                </a:lnTo>
                <a:lnTo>
                  <a:pt x="0" y="372749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7" name="Freeform 2">
            <a:extLst>
              <a:ext uri="{FF2B5EF4-FFF2-40B4-BE49-F238E27FC236}">
                <a16:creationId xmlns:a16="http://schemas.microsoft.com/office/drawing/2014/main" id="{D92EB433-48D5-5B43-BA95-57CADA780EB1}"/>
              </a:ext>
            </a:extLst>
          </p:cNvPr>
          <p:cNvSpPr/>
          <p:nvPr/>
        </p:nvSpPr>
        <p:spPr>
          <a:xfrm rot="21090211">
            <a:off x="18448229" y="10452005"/>
            <a:ext cx="1179048" cy="2256551"/>
          </a:xfrm>
          <a:custGeom>
            <a:avLst/>
            <a:gdLst/>
            <a:ahLst/>
            <a:cxnLst/>
            <a:rect l="l" t="t" r="r" b="b"/>
            <a:pathLst>
              <a:path w="2919558" h="5587671">
                <a:moveTo>
                  <a:pt x="0" y="0"/>
                </a:moveTo>
                <a:lnTo>
                  <a:pt x="2919558" y="0"/>
                </a:lnTo>
                <a:lnTo>
                  <a:pt x="2919558" y="5587672"/>
                </a:lnTo>
                <a:lnTo>
                  <a:pt x="0" y="558767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4634472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BD7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247A26-CED0-AD28-6147-F6FEB24A5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4E135947-0585-2125-E474-699343826F5E}"/>
              </a:ext>
            </a:extLst>
          </p:cNvPr>
          <p:cNvSpPr/>
          <p:nvPr/>
        </p:nvSpPr>
        <p:spPr>
          <a:xfrm>
            <a:off x="4293303" y="2407367"/>
            <a:ext cx="9794708" cy="5076233"/>
          </a:xfrm>
          <a:custGeom>
            <a:avLst/>
            <a:gdLst/>
            <a:ahLst/>
            <a:cxnLst/>
            <a:rect l="l" t="t" r="r" b="b"/>
            <a:pathLst>
              <a:path w="13632925" h="7600356">
                <a:moveTo>
                  <a:pt x="0" y="0"/>
                </a:moveTo>
                <a:lnTo>
                  <a:pt x="13632924" y="0"/>
                </a:lnTo>
                <a:lnTo>
                  <a:pt x="13632924" y="7600355"/>
                </a:lnTo>
                <a:lnTo>
                  <a:pt x="0" y="76003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1984973A-8319-B98E-B4ED-4ED91C39DAAC}"/>
              </a:ext>
            </a:extLst>
          </p:cNvPr>
          <p:cNvSpPr/>
          <p:nvPr/>
        </p:nvSpPr>
        <p:spPr>
          <a:xfrm rot="-10800000" flipV="1">
            <a:off x="12641947" y="6302285"/>
            <a:ext cx="5646052" cy="3984715"/>
          </a:xfrm>
          <a:custGeom>
            <a:avLst/>
            <a:gdLst/>
            <a:ahLst/>
            <a:cxnLst/>
            <a:rect l="l" t="t" r="r" b="b"/>
            <a:pathLst>
              <a:path w="5636712" h="4114800">
                <a:moveTo>
                  <a:pt x="0" y="4114800"/>
                </a:moveTo>
                <a:lnTo>
                  <a:pt x="5636712" y="4114800"/>
                </a:lnTo>
                <a:lnTo>
                  <a:pt x="5636712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B9BA3A8A-B5CB-9AEF-BE63-FD20FB96C708}"/>
              </a:ext>
            </a:extLst>
          </p:cNvPr>
          <p:cNvSpPr/>
          <p:nvPr/>
        </p:nvSpPr>
        <p:spPr>
          <a:xfrm rot="-10800000" flipH="1">
            <a:off x="-53065" y="-51849"/>
            <a:ext cx="6595498" cy="4114801"/>
          </a:xfrm>
          <a:custGeom>
            <a:avLst/>
            <a:gdLst/>
            <a:ahLst/>
            <a:cxnLst/>
            <a:rect l="l" t="t" r="r" b="b"/>
            <a:pathLst>
              <a:path w="5636712" h="4114800">
                <a:moveTo>
                  <a:pt x="5636712" y="0"/>
                </a:moveTo>
                <a:lnTo>
                  <a:pt x="0" y="0"/>
                </a:lnTo>
                <a:lnTo>
                  <a:pt x="0" y="4114800"/>
                </a:lnTo>
                <a:lnTo>
                  <a:pt x="5636712" y="4114800"/>
                </a:lnTo>
                <a:lnTo>
                  <a:pt x="563671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9B1E2722-27EA-F71F-A59C-0A49C78389C2}"/>
              </a:ext>
            </a:extLst>
          </p:cNvPr>
          <p:cNvSpPr/>
          <p:nvPr/>
        </p:nvSpPr>
        <p:spPr>
          <a:xfrm rot="-1242283">
            <a:off x="7687345" y="943041"/>
            <a:ext cx="467222" cy="501715"/>
          </a:xfrm>
          <a:custGeom>
            <a:avLst/>
            <a:gdLst/>
            <a:ahLst/>
            <a:cxnLst/>
            <a:rect l="l" t="t" r="r" b="b"/>
            <a:pathLst>
              <a:path w="642325" h="689745">
                <a:moveTo>
                  <a:pt x="0" y="0"/>
                </a:moveTo>
                <a:lnTo>
                  <a:pt x="642325" y="0"/>
                </a:lnTo>
                <a:lnTo>
                  <a:pt x="642325" y="689745"/>
                </a:lnTo>
                <a:lnTo>
                  <a:pt x="0" y="6897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C972ADD5-DDC0-59FD-D83D-CA47996B65EB}"/>
              </a:ext>
            </a:extLst>
          </p:cNvPr>
          <p:cNvSpPr/>
          <p:nvPr/>
        </p:nvSpPr>
        <p:spPr>
          <a:xfrm rot="-1242283">
            <a:off x="2751508" y="3649747"/>
            <a:ext cx="642325" cy="689745"/>
          </a:xfrm>
          <a:custGeom>
            <a:avLst/>
            <a:gdLst/>
            <a:ahLst/>
            <a:cxnLst/>
            <a:rect l="l" t="t" r="r" b="b"/>
            <a:pathLst>
              <a:path w="642325" h="689745">
                <a:moveTo>
                  <a:pt x="0" y="0"/>
                </a:moveTo>
                <a:lnTo>
                  <a:pt x="642326" y="0"/>
                </a:lnTo>
                <a:lnTo>
                  <a:pt x="642326" y="689746"/>
                </a:lnTo>
                <a:lnTo>
                  <a:pt x="0" y="6897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41CE3D5E-4363-73E6-28F3-BDD306AEBAD9}"/>
              </a:ext>
            </a:extLst>
          </p:cNvPr>
          <p:cNvSpPr/>
          <p:nvPr/>
        </p:nvSpPr>
        <p:spPr>
          <a:xfrm rot="1958843">
            <a:off x="13995764" y="7588163"/>
            <a:ext cx="1058785" cy="1136951"/>
          </a:xfrm>
          <a:custGeom>
            <a:avLst/>
            <a:gdLst/>
            <a:ahLst/>
            <a:cxnLst/>
            <a:rect l="l" t="t" r="r" b="b"/>
            <a:pathLst>
              <a:path w="1058785" h="1136951">
                <a:moveTo>
                  <a:pt x="0" y="0"/>
                </a:moveTo>
                <a:lnTo>
                  <a:pt x="1058786" y="0"/>
                </a:lnTo>
                <a:lnTo>
                  <a:pt x="1058786" y="1136951"/>
                </a:lnTo>
                <a:lnTo>
                  <a:pt x="0" y="11369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08599197-B683-E6AA-632B-2E64FA41F0A2}"/>
              </a:ext>
            </a:extLst>
          </p:cNvPr>
          <p:cNvSpPr/>
          <p:nvPr/>
        </p:nvSpPr>
        <p:spPr>
          <a:xfrm rot="1958843">
            <a:off x="15500616" y="1389673"/>
            <a:ext cx="1058785" cy="1136951"/>
          </a:xfrm>
          <a:custGeom>
            <a:avLst/>
            <a:gdLst/>
            <a:ahLst/>
            <a:cxnLst/>
            <a:rect l="l" t="t" r="r" b="b"/>
            <a:pathLst>
              <a:path w="1058785" h="1136951">
                <a:moveTo>
                  <a:pt x="0" y="0"/>
                </a:moveTo>
                <a:lnTo>
                  <a:pt x="1058785" y="0"/>
                </a:lnTo>
                <a:lnTo>
                  <a:pt x="1058785" y="1136951"/>
                </a:lnTo>
                <a:lnTo>
                  <a:pt x="0" y="11369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994F2E5-2F26-4F15-560E-D27E0D9AC15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-6031283" y="4214694"/>
            <a:ext cx="9546473" cy="1046795"/>
          </a:xfrm>
          <a:prstGeom prst="rect">
            <a:avLst/>
          </a:prstGeom>
        </p:spPr>
      </p:pic>
      <p:sp>
        <p:nvSpPr>
          <p:cNvPr id="22" name="TextBox 8">
            <a:extLst>
              <a:ext uri="{FF2B5EF4-FFF2-40B4-BE49-F238E27FC236}">
                <a16:creationId xmlns:a16="http://schemas.microsoft.com/office/drawing/2014/main" id="{C74A2534-CD14-D810-484B-6A445D7CDDA0}"/>
              </a:ext>
            </a:extLst>
          </p:cNvPr>
          <p:cNvSpPr txBox="1"/>
          <p:nvPr/>
        </p:nvSpPr>
        <p:spPr>
          <a:xfrm>
            <a:off x="5221575" y="2954810"/>
            <a:ext cx="7938164" cy="35394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vi-VN" sz="11500">
                <a:solidFill>
                  <a:srgbClr val="50564F"/>
                </a:solidFill>
                <a:latin typeface="iCiel Soup of Justice" pitchFamily="2" charset="0"/>
                <a:ea typeface="Genty"/>
                <a:cs typeface="Genty"/>
                <a:sym typeface="Genty"/>
              </a:rPr>
              <a:t>Giao diện ứng dụng</a:t>
            </a:r>
            <a:endParaRPr lang="en-US" sz="11500">
              <a:solidFill>
                <a:srgbClr val="50564F"/>
              </a:solidFill>
              <a:latin typeface="iCiel Soup of Justice" pitchFamily="2" charset="0"/>
              <a:ea typeface="Genty"/>
              <a:cs typeface="Genty"/>
              <a:sym typeface="Genty"/>
            </a:endParaRPr>
          </a:p>
        </p:txBody>
      </p:sp>
      <p:sp>
        <p:nvSpPr>
          <p:cNvPr id="15" name="Freeform 2">
            <a:extLst>
              <a:ext uri="{FF2B5EF4-FFF2-40B4-BE49-F238E27FC236}">
                <a16:creationId xmlns:a16="http://schemas.microsoft.com/office/drawing/2014/main" id="{29DA0AC2-4277-CD3E-B59D-7DF16BA84A65}"/>
              </a:ext>
            </a:extLst>
          </p:cNvPr>
          <p:cNvSpPr/>
          <p:nvPr/>
        </p:nvSpPr>
        <p:spPr>
          <a:xfrm rot="1099266">
            <a:off x="-2325092" y="3720266"/>
            <a:ext cx="1197451" cy="1267144"/>
          </a:xfrm>
          <a:custGeom>
            <a:avLst/>
            <a:gdLst/>
            <a:ahLst/>
            <a:cxnLst/>
            <a:rect l="l" t="t" r="r" b="b"/>
            <a:pathLst>
              <a:path w="3319486" h="3512683">
                <a:moveTo>
                  <a:pt x="0" y="0"/>
                </a:moveTo>
                <a:lnTo>
                  <a:pt x="3319486" y="0"/>
                </a:lnTo>
                <a:lnTo>
                  <a:pt x="3319486" y="3512683"/>
                </a:lnTo>
                <a:lnTo>
                  <a:pt x="0" y="351268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23AB3B32-0C7F-937C-0C00-9D0473E0E003}"/>
              </a:ext>
            </a:extLst>
          </p:cNvPr>
          <p:cNvSpPr/>
          <p:nvPr/>
        </p:nvSpPr>
        <p:spPr>
          <a:xfrm rot="21090211">
            <a:off x="15230309" y="3700404"/>
            <a:ext cx="2919558" cy="5587671"/>
          </a:xfrm>
          <a:custGeom>
            <a:avLst/>
            <a:gdLst/>
            <a:ahLst/>
            <a:cxnLst/>
            <a:rect l="l" t="t" r="r" b="b"/>
            <a:pathLst>
              <a:path w="2919558" h="5587671">
                <a:moveTo>
                  <a:pt x="0" y="0"/>
                </a:moveTo>
                <a:lnTo>
                  <a:pt x="2919558" y="0"/>
                </a:lnTo>
                <a:lnTo>
                  <a:pt x="2919558" y="5587672"/>
                </a:lnTo>
                <a:lnTo>
                  <a:pt x="0" y="558767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F9146AD-11F0-9204-25D8-4F5080227D96}"/>
              </a:ext>
            </a:extLst>
          </p:cNvPr>
          <p:cNvSpPr/>
          <p:nvPr/>
        </p:nvSpPr>
        <p:spPr>
          <a:xfrm rot="690370">
            <a:off x="-893358" y="6499029"/>
            <a:ext cx="6158175" cy="4195256"/>
          </a:xfrm>
          <a:custGeom>
            <a:avLst/>
            <a:gdLst/>
            <a:ahLst/>
            <a:cxnLst/>
            <a:rect l="l" t="t" r="r" b="b"/>
            <a:pathLst>
              <a:path w="5671733" h="3863868">
                <a:moveTo>
                  <a:pt x="0" y="0"/>
                </a:moveTo>
                <a:lnTo>
                  <a:pt x="5671734" y="0"/>
                </a:lnTo>
                <a:lnTo>
                  <a:pt x="5671734" y="3863869"/>
                </a:lnTo>
                <a:lnTo>
                  <a:pt x="0" y="38638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4D33C940-7360-B868-2A04-EC3DF43F2AA1}"/>
              </a:ext>
            </a:extLst>
          </p:cNvPr>
          <p:cNvSpPr/>
          <p:nvPr/>
        </p:nvSpPr>
        <p:spPr>
          <a:xfrm>
            <a:off x="3868762" y="7885707"/>
            <a:ext cx="4338490" cy="3158964"/>
          </a:xfrm>
          <a:custGeom>
            <a:avLst/>
            <a:gdLst/>
            <a:ahLst/>
            <a:cxnLst/>
            <a:rect l="l" t="t" r="r" b="b"/>
            <a:pathLst>
              <a:path w="5119304" h="3727494">
                <a:moveTo>
                  <a:pt x="0" y="0"/>
                </a:moveTo>
                <a:lnTo>
                  <a:pt x="5119304" y="0"/>
                </a:lnTo>
                <a:lnTo>
                  <a:pt x="5119304" y="3727494"/>
                </a:lnTo>
                <a:lnTo>
                  <a:pt x="0" y="372749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9538136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B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27538" y="1241017"/>
            <a:ext cx="13632925" cy="7600356"/>
          </a:xfrm>
          <a:custGeom>
            <a:avLst/>
            <a:gdLst/>
            <a:ahLst/>
            <a:cxnLst/>
            <a:rect l="l" t="t" r="r" b="b"/>
            <a:pathLst>
              <a:path w="13632925" h="7600356">
                <a:moveTo>
                  <a:pt x="0" y="0"/>
                </a:moveTo>
                <a:lnTo>
                  <a:pt x="13632924" y="0"/>
                </a:lnTo>
                <a:lnTo>
                  <a:pt x="13632924" y="7600355"/>
                </a:lnTo>
                <a:lnTo>
                  <a:pt x="0" y="76003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523509" y="6765202"/>
            <a:ext cx="6362330" cy="4906947"/>
          </a:xfrm>
          <a:custGeom>
            <a:avLst/>
            <a:gdLst/>
            <a:ahLst/>
            <a:cxnLst/>
            <a:rect l="l" t="t" r="r" b="b"/>
            <a:pathLst>
              <a:path w="6362330" h="4906947">
                <a:moveTo>
                  <a:pt x="0" y="0"/>
                </a:moveTo>
                <a:lnTo>
                  <a:pt x="6362330" y="0"/>
                </a:lnTo>
                <a:lnTo>
                  <a:pt x="6362330" y="4906947"/>
                </a:lnTo>
                <a:lnTo>
                  <a:pt x="0" y="49069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302866">
            <a:off x="-1383759" y="644785"/>
            <a:ext cx="5923054" cy="4035081"/>
          </a:xfrm>
          <a:custGeom>
            <a:avLst/>
            <a:gdLst/>
            <a:ahLst/>
            <a:cxnLst/>
            <a:rect l="l" t="t" r="r" b="b"/>
            <a:pathLst>
              <a:path w="5923054" h="4035081">
                <a:moveTo>
                  <a:pt x="0" y="0"/>
                </a:moveTo>
                <a:lnTo>
                  <a:pt x="5923054" y="0"/>
                </a:lnTo>
                <a:lnTo>
                  <a:pt x="5923054" y="4035081"/>
                </a:lnTo>
                <a:lnTo>
                  <a:pt x="0" y="40350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9509457" y="3783220"/>
            <a:ext cx="4233344" cy="2812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23"/>
              </a:lnSpc>
            </a:pPr>
            <a:r>
              <a:rPr lang="en-US" sz="2517">
                <a:solidFill>
                  <a:srgbClr val="50564F"/>
                </a:solidFill>
                <a:latin typeface="Cakerolli"/>
                <a:ea typeface="Cakerolli"/>
                <a:cs typeface="Cakerolli"/>
                <a:sym typeface="Cakerolli"/>
              </a:rPr>
              <a:t>From velvety lattes to rich espressos, coffee invites indulgence in its many forms. The experience of flavor and warmth defines moments of rest and conversation alike.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322988" y="3965954"/>
            <a:ext cx="5186469" cy="2799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84"/>
              </a:lnSpc>
            </a:pPr>
            <a:r>
              <a:rPr lang="en-US" sz="6937">
                <a:solidFill>
                  <a:srgbClr val="50564F"/>
                </a:solidFill>
                <a:latin typeface="Genty"/>
                <a:ea typeface="Genty"/>
                <a:cs typeface="Genty"/>
                <a:sym typeface="Genty"/>
              </a:rPr>
              <a:t>Textures of Comfort and Indulgence</a:t>
            </a:r>
          </a:p>
        </p:txBody>
      </p:sp>
      <p:sp>
        <p:nvSpPr>
          <p:cNvPr id="7" name="Freeform 7"/>
          <p:cNvSpPr/>
          <p:nvPr/>
        </p:nvSpPr>
        <p:spPr>
          <a:xfrm rot="-1242283">
            <a:off x="15433286" y="1119974"/>
            <a:ext cx="642325" cy="689745"/>
          </a:xfrm>
          <a:custGeom>
            <a:avLst/>
            <a:gdLst/>
            <a:ahLst/>
            <a:cxnLst/>
            <a:rect l="l" t="t" r="r" b="b"/>
            <a:pathLst>
              <a:path w="642325" h="689745">
                <a:moveTo>
                  <a:pt x="0" y="0"/>
                </a:moveTo>
                <a:lnTo>
                  <a:pt x="642325" y="0"/>
                </a:lnTo>
                <a:lnTo>
                  <a:pt x="642325" y="689745"/>
                </a:lnTo>
                <a:lnTo>
                  <a:pt x="0" y="6897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242283">
            <a:off x="3808505" y="8932646"/>
            <a:ext cx="642325" cy="689745"/>
          </a:xfrm>
          <a:custGeom>
            <a:avLst/>
            <a:gdLst/>
            <a:ahLst/>
            <a:cxnLst/>
            <a:rect l="l" t="t" r="r" b="b"/>
            <a:pathLst>
              <a:path w="642325" h="689745">
                <a:moveTo>
                  <a:pt x="0" y="0"/>
                </a:moveTo>
                <a:lnTo>
                  <a:pt x="642325" y="0"/>
                </a:lnTo>
                <a:lnTo>
                  <a:pt x="642325" y="689746"/>
                </a:lnTo>
                <a:lnTo>
                  <a:pt x="0" y="6897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958843">
            <a:off x="16616329" y="3663388"/>
            <a:ext cx="1058785" cy="1136951"/>
          </a:xfrm>
          <a:custGeom>
            <a:avLst/>
            <a:gdLst/>
            <a:ahLst/>
            <a:cxnLst/>
            <a:rect l="l" t="t" r="r" b="b"/>
            <a:pathLst>
              <a:path w="1058785" h="1136951">
                <a:moveTo>
                  <a:pt x="0" y="0"/>
                </a:moveTo>
                <a:lnTo>
                  <a:pt x="1058786" y="0"/>
                </a:lnTo>
                <a:lnTo>
                  <a:pt x="1058786" y="1136951"/>
                </a:lnTo>
                <a:lnTo>
                  <a:pt x="0" y="11369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1958843">
            <a:off x="923601" y="6960977"/>
            <a:ext cx="1058785" cy="1136951"/>
          </a:xfrm>
          <a:custGeom>
            <a:avLst/>
            <a:gdLst/>
            <a:ahLst/>
            <a:cxnLst/>
            <a:rect l="l" t="t" r="r" b="b"/>
            <a:pathLst>
              <a:path w="1058785" h="1136951">
                <a:moveTo>
                  <a:pt x="0" y="0"/>
                </a:moveTo>
                <a:lnTo>
                  <a:pt x="1058786" y="0"/>
                </a:lnTo>
                <a:lnTo>
                  <a:pt x="1058786" y="1136951"/>
                </a:lnTo>
                <a:lnTo>
                  <a:pt x="0" y="11369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B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4703256" y="1688210"/>
            <a:ext cx="13271521" cy="7398873"/>
          </a:xfrm>
          <a:custGeom>
            <a:avLst/>
            <a:gdLst/>
            <a:ahLst/>
            <a:cxnLst/>
            <a:rect l="l" t="t" r="r" b="b"/>
            <a:pathLst>
              <a:path w="13271521" h="7398873">
                <a:moveTo>
                  <a:pt x="13271521" y="0"/>
                </a:moveTo>
                <a:lnTo>
                  <a:pt x="0" y="0"/>
                </a:lnTo>
                <a:lnTo>
                  <a:pt x="0" y="7398873"/>
                </a:lnTo>
                <a:lnTo>
                  <a:pt x="13271521" y="7398873"/>
                </a:lnTo>
                <a:lnTo>
                  <a:pt x="1327152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 flipH="1">
            <a:off x="0" y="0"/>
            <a:ext cx="5636712" cy="4114800"/>
          </a:xfrm>
          <a:custGeom>
            <a:avLst/>
            <a:gdLst/>
            <a:ahLst/>
            <a:cxnLst/>
            <a:rect l="l" t="t" r="r" b="b"/>
            <a:pathLst>
              <a:path w="5636712" h="4114800">
                <a:moveTo>
                  <a:pt x="5636712" y="0"/>
                </a:moveTo>
                <a:lnTo>
                  <a:pt x="0" y="0"/>
                </a:lnTo>
                <a:lnTo>
                  <a:pt x="0" y="4114800"/>
                </a:lnTo>
                <a:lnTo>
                  <a:pt x="5636712" y="4114800"/>
                </a:lnTo>
                <a:lnTo>
                  <a:pt x="563671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242283">
            <a:off x="8400487" y="9178357"/>
            <a:ext cx="642325" cy="689745"/>
          </a:xfrm>
          <a:custGeom>
            <a:avLst/>
            <a:gdLst/>
            <a:ahLst/>
            <a:cxnLst/>
            <a:rect l="l" t="t" r="r" b="b"/>
            <a:pathLst>
              <a:path w="642325" h="689745">
                <a:moveTo>
                  <a:pt x="0" y="0"/>
                </a:moveTo>
                <a:lnTo>
                  <a:pt x="642325" y="0"/>
                </a:lnTo>
                <a:lnTo>
                  <a:pt x="642325" y="689745"/>
                </a:lnTo>
                <a:lnTo>
                  <a:pt x="0" y="6897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242283">
            <a:off x="15957469" y="1119974"/>
            <a:ext cx="642325" cy="689745"/>
          </a:xfrm>
          <a:custGeom>
            <a:avLst/>
            <a:gdLst/>
            <a:ahLst/>
            <a:cxnLst/>
            <a:rect l="l" t="t" r="r" b="b"/>
            <a:pathLst>
              <a:path w="642325" h="689745">
                <a:moveTo>
                  <a:pt x="0" y="0"/>
                </a:moveTo>
                <a:lnTo>
                  <a:pt x="642325" y="0"/>
                </a:lnTo>
                <a:lnTo>
                  <a:pt x="642325" y="689745"/>
                </a:lnTo>
                <a:lnTo>
                  <a:pt x="0" y="6897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958843">
            <a:off x="16501664" y="8689825"/>
            <a:ext cx="1058785" cy="1136951"/>
          </a:xfrm>
          <a:custGeom>
            <a:avLst/>
            <a:gdLst/>
            <a:ahLst/>
            <a:cxnLst/>
            <a:rect l="l" t="t" r="r" b="b"/>
            <a:pathLst>
              <a:path w="1058785" h="1136951">
                <a:moveTo>
                  <a:pt x="0" y="0"/>
                </a:moveTo>
                <a:lnTo>
                  <a:pt x="1058786" y="0"/>
                </a:lnTo>
                <a:lnTo>
                  <a:pt x="1058786" y="1136950"/>
                </a:lnTo>
                <a:lnTo>
                  <a:pt x="0" y="11369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1958843">
            <a:off x="4089093" y="2545369"/>
            <a:ext cx="866922" cy="930923"/>
          </a:xfrm>
          <a:custGeom>
            <a:avLst/>
            <a:gdLst/>
            <a:ahLst/>
            <a:cxnLst/>
            <a:rect l="l" t="t" r="r" b="b"/>
            <a:pathLst>
              <a:path w="866922" h="930923">
                <a:moveTo>
                  <a:pt x="0" y="0"/>
                </a:moveTo>
                <a:lnTo>
                  <a:pt x="866922" y="0"/>
                </a:lnTo>
                <a:lnTo>
                  <a:pt x="866922" y="930923"/>
                </a:lnTo>
                <a:lnTo>
                  <a:pt x="0" y="9309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1209004" y="3411950"/>
            <a:ext cx="7963952" cy="8136860"/>
          </a:xfrm>
          <a:custGeom>
            <a:avLst/>
            <a:gdLst/>
            <a:ahLst/>
            <a:cxnLst/>
            <a:rect l="l" t="t" r="r" b="b"/>
            <a:pathLst>
              <a:path w="7963952" h="8136860">
                <a:moveTo>
                  <a:pt x="0" y="0"/>
                </a:moveTo>
                <a:lnTo>
                  <a:pt x="7963951" y="0"/>
                </a:lnTo>
                <a:lnTo>
                  <a:pt x="7963951" y="8136860"/>
                </a:lnTo>
                <a:lnTo>
                  <a:pt x="0" y="813686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7445036" y="5401850"/>
            <a:ext cx="7787960" cy="1498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23"/>
              </a:lnSpc>
            </a:pPr>
            <a:r>
              <a:rPr lang="en-US" sz="2517">
                <a:solidFill>
                  <a:srgbClr val="50564F"/>
                </a:solidFill>
                <a:latin typeface="Cakerolli"/>
                <a:ea typeface="Cakerolli"/>
                <a:cs typeface="Cakerolli"/>
                <a:sym typeface="Cakerolli"/>
              </a:rPr>
              <a:t>Coffee unites people across cultures. Whether shared in silence or laughter, it symbolizes connection—bridging hearts over steaming cups and shared experiences.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745782" y="3423985"/>
            <a:ext cx="5186469" cy="1862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84"/>
              </a:lnSpc>
            </a:pPr>
            <a:r>
              <a:rPr lang="en-US" sz="6937">
                <a:solidFill>
                  <a:srgbClr val="50564F"/>
                </a:solidFill>
                <a:latin typeface="Genty"/>
                <a:ea typeface="Genty"/>
                <a:cs typeface="Genty"/>
                <a:sym typeface="Genty"/>
              </a:rPr>
              <a:t>A Ritual of Togetherness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B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27538" y="1241017"/>
            <a:ext cx="13632925" cy="7600356"/>
          </a:xfrm>
          <a:custGeom>
            <a:avLst/>
            <a:gdLst/>
            <a:ahLst/>
            <a:cxnLst/>
            <a:rect l="l" t="t" r="r" b="b"/>
            <a:pathLst>
              <a:path w="13632925" h="7600356">
                <a:moveTo>
                  <a:pt x="0" y="0"/>
                </a:moveTo>
                <a:lnTo>
                  <a:pt x="13632924" y="0"/>
                </a:lnTo>
                <a:lnTo>
                  <a:pt x="13632924" y="7600355"/>
                </a:lnTo>
                <a:lnTo>
                  <a:pt x="0" y="76003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250020" y="5156139"/>
            <a:ext cx="7787960" cy="1936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23"/>
              </a:lnSpc>
            </a:pPr>
            <a:r>
              <a:rPr lang="en-US" sz="2517">
                <a:solidFill>
                  <a:srgbClr val="50564F"/>
                </a:solidFill>
                <a:latin typeface="Cakerolli"/>
                <a:ea typeface="Cakerolli"/>
                <a:cs typeface="Cakerolli"/>
                <a:sym typeface="Cakerolli"/>
              </a:rPr>
              <a:t>The journey from humble beans to crafted drinks mirrors art itself. Baristas blend technique and imagination to create flavors as expressive as paintings or music.</a:t>
            </a:r>
          </a:p>
        </p:txBody>
      </p:sp>
      <p:sp>
        <p:nvSpPr>
          <p:cNvPr id="4" name="Freeform 4"/>
          <p:cNvSpPr/>
          <p:nvPr/>
        </p:nvSpPr>
        <p:spPr>
          <a:xfrm rot="-10800000" flipV="1">
            <a:off x="12651288" y="6248014"/>
            <a:ext cx="5636712" cy="4114800"/>
          </a:xfrm>
          <a:custGeom>
            <a:avLst/>
            <a:gdLst/>
            <a:ahLst/>
            <a:cxnLst/>
            <a:rect l="l" t="t" r="r" b="b"/>
            <a:pathLst>
              <a:path w="5636712" h="4114800">
                <a:moveTo>
                  <a:pt x="0" y="4114800"/>
                </a:moveTo>
                <a:lnTo>
                  <a:pt x="5636712" y="4114800"/>
                </a:lnTo>
                <a:lnTo>
                  <a:pt x="5636712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 flipH="1">
            <a:off x="0" y="0"/>
            <a:ext cx="5636712" cy="4114800"/>
          </a:xfrm>
          <a:custGeom>
            <a:avLst/>
            <a:gdLst/>
            <a:ahLst/>
            <a:cxnLst/>
            <a:rect l="l" t="t" r="r" b="b"/>
            <a:pathLst>
              <a:path w="5636712" h="4114800">
                <a:moveTo>
                  <a:pt x="5636712" y="0"/>
                </a:moveTo>
                <a:lnTo>
                  <a:pt x="0" y="0"/>
                </a:lnTo>
                <a:lnTo>
                  <a:pt x="0" y="4114800"/>
                </a:lnTo>
                <a:lnTo>
                  <a:pt x="5636712" y="4114800"/>
                </a:lnTo>
                <a:lnTo>
                  <a:pt x="563671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242283">
            <a:off x="10049559" y="896144"/>
            <a:ext cx="642325" cy="689745"/>
          </a:xfrm>
          <a:custGeom>
            <a:avLst/>
            <a:gdLst/>
            <a:ahLst/>
            <a:cxnLst/>
            <a:rect l="l" t="t" r="r" b="b"/>
            <a:pathLst>
              <a:path w="642325" h="689745">
                <a:moveTo>
                  <a:pt x="0" y="0"/>
                </a:moveTo>
                <a:lnTo>
                  <a:pt x="642325" y="0"/>
                </a:lnTo>
                <a:lnTo>
                  <a:pt x="642325" y="689745"/>
                </a:lnTo>
                <a:lnTo>
                  <a:pt x="0" y="6897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242283">
            <a:off x="4791348" y="8932646"/>
            <a:ext cx="642325" cy="689745"/>
          </a:xfrm>
          <a:custGeom>
            <a:avLst/>
            <a:gdLst/>
            <a:ahLst/>
            <a:cxnLst/>
            <a:rect l="l" t="t" r="r" b="b"/>
            <a:pathLst>
              <a:path w="642325" h="689745">
                <a:moveTo>
                  <a:pt x="0" y="0"/>
                </a:moveTo>
                <a:lnTo>
                  <a:pt x="642326" y="0"/>
                </a:lnTo>
                <a:lnTo>
                  <a:pt x="642326" y="689746"/>
                </a:lnTo>
                <a:lnTo>
                  <a:pt x="0" y="6897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1958843">
            <a:off x="15977481" y="4860936"/>
            <a:ext cx="1058785" cy="1136951"/>
          </a:xfrm>
          <a:custGeom>
            <a:avLst/>
            <a:gdLst/>
            <a:ahLst/>
            <a:cxnLst/>
            <a:rect l="l" t="t" r="r" b="b"/>
            <a:pathLst>
              <a:path w="1058785" h="1136951">
                <a:moveTo>
                  <a:pt x="0" y="0"/>
                </a:moveTo>
                <a:lnTo>
                  <a:pt x="1058786" y="0"/>
                </a:lnTo>
                <a:lnTo>
                  <a:pt x="1058786" y="1136951"/>
                </a:lnTo>
                <a:lnTo>
                  <a:pt x="0" y="11369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958843">
            <a:off x="939982" y="4427638"/>
            <a:ext cx="1058785" cy="1136951"/>
          </a:xfrm>
          <a:custGeom>
            <a:avLst/>
            <a:gdLst/>
            <a:ahLst/>
            <a:cxnLst/>
            <a:rect l="l" t="t" r="r" b="b"/>
            <a:pathLst>
              <a:path w="1058785" h="1136951">
                <a:moveTo>
                  <a:pt x="0" y="0"/>
                </a:moveTo>
                <a:lnTo>
                  <a:pt x="1058785" y="0"/>
                </a:lnTo>
                <a:lnTo>
                  <a:pt x="1058785" y="1136951"/>
                </a:lnTo>
                <a:lnTo>
                  <a:pt x="0" y="11369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364100">
            <a:off x="14563905" y="232000"/>
            <a:ext cx="5766239" cy="2890327"/>
          </a:xfrm>
          <a:custGeom>
            <a:avLst/>
            <a:gdLst/>
            <a:ahLst/>
            <a:cxnLst/>
            <a:rect l="l" t="t" r="r" b="b"/>
            <a:pathLst>
              <a:path w="5766239" h="2890327">
                <a:moveTo>
                  <a:pt x="0" y="0"/>
                </a:moveTo>
                <a:lnTo>
                  <a:pt x="5766239" y="0"/>
                </a:lnTo>
                <a:lnTo>
                  <a:pt x="5766239" y="2890327"/>
                </a:lnTo>
                <a:lnTo>
                  <a:pt x="0" y="28903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568590" flipH="1">
            <a:off x="65741" y="6487130"/>
            <a:ext cx="3844529" cy="3373575"/>
          </a:xfrm>
          <a:custGeom>
            <a:avLst/>
            <a:gdLst/>
            <a:ahLst/>
            <a:cxnLst/>
            <a:rect l="l" t="t" r="r" b="b"/>
            <a:pathLst>
              <a:path w="3844529" h="3373575">
                <a:moveTo>
                  <a:pt x="3844529" y="0"/>
                </a:moveTo>
                <a:lnTo>
                  <a:pt x="0" y="0"/>
                </a:lnTo>
                <a:lnTo>
                  <a:pt x="0" y="3373574"/>
                </a:lnTo>
                <a:lnTo>
                  <a:pt x="3844529" y="3373574"/>
                </a:lnTo>
                <a:lnTo>
                  <a:pt x="3844529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6550766" y="3178274"/>
            <a:ext cx="5186469" cy="1863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84"/>
              </a:lnSpc>
            </a:pPr>
            <a:r>
              <a:rPr lang="en-US" sz="6937">
                <a:solidFill>
                  <a:srgbClr val="50564F"/>
                </a:solidFill>
                <a:latin typeface="Genty"/>
                <a:ea typeface="Genty"/>
                <a:cs typeface="Genty"/>
                <a:sym typeface="Genty"/>
              </a:rPr>
              <a:t>From Bean to Art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B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27538" y="1241017"/>
            <a:ext cx="13632925" cy="7600356"/>
          </a:xfrm>
          <a:custGeom>
            <a:avLst/>
            <a:gdLst/>
            <a:ahLst/>
            <a:cxnLst/>
            <a:rect l="l" t="t" r="r" b="b"/>
            <a:pathLst>
              <a:path w="13632925" h="7600356">
                <a:moveTo>
                  <a:pt x="0" y="0"/>
                </a:moveTo>
                <a:lnTo>
                  <a:pt x="13632924" y="0"/>
                </a:lnTo>
                <a:lnTo>
                  <a:pt x="13632924" y="7600355"/>
                </a:lnTo>
                <a:lnTo>
                  <a:pt x="0" y="76003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242283">
            <a:off x="15433286" y="1119974"/>
            <a:ext cx="642325" cy="689745"/>
          </a:xfrm>
          <a:custGeom>
            <a:avLst/>
            <a:gdLst/>
            <a:ahLst/>
            <a:cxnLst/>
            <a:rect l="l" t="t" r="r" b="b"/>
            <a:pathLst>
              <a:path w="642325" h="689745">
                <a:moveTo>
                  <a:pt x="0" y="0"/>
                </a:moveTo>
                <a:lnTo>
                  <a:pt x="642325" y="0"/>
                </a:lnTo>
                <a:lnTo>
                  <a:pt x="642325" y="689745"/>
                </a:lnTo>
                <a:lnTo>
                  <a:pt x="0" y="6897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242283">
            <a:off x="3808505" y="8932646"/>
            <a:ext cx="642325" cy="689745"/>
          </a:xfrm>
          <a:custGeom>
            <a:avLst/>
            <a:gdLst/>
            <a:ahLst/>
            <a:cxnLst/>
            <a:rect l="l" t="t" r="r" b="b"/>
            <a:pathLst>
              <a:path w="642325" h="689745">
                <a:moveTo>
                  <a:pt x="0" y="0"/>
                </a:moveTo>
                <a:lnTo>
                  <a:pt x="642325" y="0"/>
                </a:lnTo>
                <a:lnTo>
                  <a:pt x="642325" y="689746"/>
                </a:lnTo>
                <a:lnTo>
                  <a:pt x="0" y="6897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958843">
            <a:off x="16616329" y="3663388"/>
            <a:ext cx="1058785" cy="1136951"/>
          </a:xfrm>
          <a:custGeom>
            <a:avLst/>
            <a:gdLst/>
            <a:ahLst/>
            <a:cxnLst/>
            <a:rect l="l" t="t" r="r" b="b"/>
            <a:pathLst>
              <a:path w="1058785" h="1136951">
                <a:moveTo>
                  <a:pt x="0" y="0"/>
                </a:moveTo>
                <a:lnTo>
                  <a:pt x="1058786" y="0"/>
                </a:lnTo>
                <a:lnTo>
                  <a:pt x="1058786" y="1136951"/>
                </a:lnTo>
                <a:lnTo>
                  <a:pt x="0" y="11369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958843">
            <a:off x="923601" y="6960977"/>
            <a:ext cx="1058785" cy="1136951"/>
          </a:xfrm>
          <a:custGeom>
            <a:avLst/>
            <a:gdLst/>
            <a:ahLst/>
            <a:cxnLst/>
            <a:rect l="l" t="t" r="r" b="b"/>
            <a:pathLst>
              <a:path w="1058785" h="1136951">
                <a:moveTo>
                  <a:pt x="0" y="0"/>
                </a:moveTo>
                <a:lnTo>
                  <a:pt x="1058786" y="0"/>
                </a:lnTo>
                <a:lnTo>
                  <a:pt x="1058786" y="1136951"/>
                </a:lnTo>
                <a:lnTo>
                  <a:pt x="0" y="11369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491631">
            <a:off x="733053" y="409638"/>
            <a:ext cx="3188970" cy="4114800"/>
          </a:xfrm>
          <a:custGeom>
            <a:avLst/>
            <a:gdLst/>
            <a:ahLst/>
            <a:cxnLst/>
            <a:rect l="l" t="t" r="r" b="b"/>
            <a:pathLst>
              <a:path w="3188970" h="4114800">
                <a:moveTo>
                  <a:pt x="0" y="0"/>
                </a:moveTo>
                <a:lnTo>
                  <a:pt x="3188970" y="0"/>
                </a:lnTo>
                <a:lnTo>
                  <a:pt x="31889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428517">
            <a:off x="13733655" y="5243035"/>
            <a:ext cx="5319282" cy="5219545"/>
          </a:xfrm>
          <a:custGeom>
            <a:avLst/>
            <a:gdLst/>
            <a:ahLst/>
            <a:cxnLst/>
            <a:rect l="l" t="t" r="r" b="b"/>
            <a:pathLst>
              <a:path w="5319282" h="5219545">
                <a:moveTo>
                  <a:pt x="0" y="0"/>
                </a:moveTo>
                <a:lnTo>
                  <a:pt x="5319282" y="0"/>
                </a:lnTo>
                <a:lnTo>
                  <a:pt x="5319282" y="5219545"/>
                </a:lnTo>
                <a:lnTo>
                  <a:pt x="0" y="521954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9509457" y="3783220"/>
            <a:ext cx="4233344" cy="2812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23"/>
              </a:lnSpc>
            </a:pPr>
            <a:r>
              <a:rPr lang="en-US" sz="2517">
                <a:solidFill>
                  <a:srgbClr val="50564F"/>
                </a:solidFill>
                <a:latin typeface="Cakerolli"/>
                <a:ea typeface="Cakerolli"/>
                <a:cs typeface="Cakerolli"/>
                <a:sym typeface="Cakerolli"/>
              </a:rPr>
              <a:t>Coffee’s deep browns and creamy tones reflect duality—soothing yet invigorating. It represents balance: the peace of pause and the spark of productivity.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22988" y="3965954"/>
            <a:ext cx="5186469" cy="2799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84"/>
              </a:lnSpc>
            </a:pPr>
            <a:r>
              <a:rPr lang="en-US" sz="6937">
                <a:solidFill>
                  <a:srgbClr val="50564F"/>
                </a:solidFill>
                <a:latin typeface="Genty"/>
                <a:ea typeface="Genty"/>
                <a:cs typeface="Genty"/>
                <a:sym typeface="Genty"/>
              </a:rPr>
              <a:t>The Color of Calm and Energy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B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4703256" y="1688210"/>
            <a:ext cx="13271521" cy="7398873"/>
          </a:xfrm>
          <a:custGeom>
            <a:avLst/>
            <a:gdLst/>
            <a:ahLst/>
            <a:cxnLst/>
            <a:rect l="l" t="t" r="r" b="b"/>
            <a:pathLst>
              <a:path w="13271521" h="7398873">
                <a:moveTo>
                  <a:pt x="13271521" y="0"/>
                </a:moveTo>
                <a:lnTo>
                  <a:pt x="0" y="0"/>
                </a:lnTo>
                <a:lnTo>
                  <a:pt x="0" y="7398873"/>
                </a:lnTo>
                <a:lnTo>
                  <a:pt x="13271521" y="7398873"/>
                </a:lnTo>
                <a:lnTo>
                  <a:pt x="1327152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 flipH="1">
            <a:off x="0" y="0"/>
            <a:ext cx="5636712" cy="4114800"/>
          </a:xfrm>
          <a:custGeom>
            <a:avLst/>
            <a:gdLst/>
            <a:ahLst/>
            <a:cxnLst/>
            <a:rect l="l" t="t" r="r" b="b"/>
            <a:pathLst>
              <a:path w="5636712" h="4114800">
                <a:moveTo>
                  <a:pt x="5636712" y="0"/>
                </a:moveTo>
                <a:lnTo>
                  <a:pt x="0" y="0"/>
                </a:lnTo>
                <a:lnTo>
                  <a:pt x="0" y="4114800"/>
                </a:lnTo>
                <a:lnTo>
                  <a:pt x="5636712" y="4114800"/>
                </a:lnTo>
                <a:lnTo>
                  <a:pt x="563671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242283">
            <a:off x="8400487" y="9178357"/>
            <a:ext cx="642325" cy="689745"/>
          </a:xfrm>
          <a:custGeom>
            <a:avLst/>
            <a:gdLst/>
            <a:ahLst/>
            <a:cxnLst/>
            <a:rect l="l" t="t" r="r" b="b"/>
            <a:pathLst>
              <a:path w="642325" h="689745">
                <a:moveTo>
                  <a:pt x="0" y="0"/>
                </a:moveTo>
                <a:lnTo>
                  <a:pt x="642325" y="0"/>
                </a:lnTo>
                <a:lnTo>
                  <a:pt x="642325" y="689745"/>
                </a:lnTo>
                <a:lnTo>
                  <a:pt x="0" y="6897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242283">
            <a:off x="15957469" y="1119974"/>
            <a:ext cx="642325" cy="689745"/>
          </a:xfrm>
          <a:custGeom>
            <a:avLst/>
            <a:gdLst/>
            <a:ahLst/>
            <a:cxnLst/>
            <a:rect l="l" t="t" r="r" b="b"/>
            <a:pathLst>
              <a:path w="642325" h="689745">
                <a:moveTo>
                  <a:pt x="0" y="0"/>
                </a:moveTo>
                <a:lnTo>
                  <a:pt x="642325" y="0"/>
                </a:lnTo>
                <a:lnTo>
                  <a:pt x="642325" y="689745"/>
                </a:lnTo>
                <a:lnTo>
                  <a:pt x="0" y="6897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958843">
            <a:off x="16501664" y="8689825"/>
            <a:ext cx="1058785" cy="1136951"/>
          </a:xfrm>
          <a:custGeom>
            <a:avLst/>
            <a:gdLst/>
            <a:ahLst/>
            <a:cxnLst/>
            <a:rect l="l" t="t" r="r" b="b"/>
            <a:pathLst>
              <a:path w="1058785" h="1136951">
                <a:moveTo>
                  <a:pt x="0" y="0"/>
                </a:moveTo>
                <a:lnTo>
                  <a:pt x="1058786" y="0"/>
                </a:lnTo>
                <a:lnTo>
                  <a:pt x="1058786" y="1136950"/>
                </a:lnTo>
                <a:lnTo>
                  <a:pt x="0" y="11369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1958843">
            <a:off x="4089093" y="2545369"/>
            <a:ext cx="866922" cy="930923"/>
          </a:xfrm>
          <a:custGeom>
            <a:avLst/>
            <a:gdLst/>
            <a:ahLst/>
            <a:cxnLst/>
            <a:rect l="l" t="t" r="r" b="b"/>
            <a:pathLst>
              <a:path w="866922" h="930923">
                <a:moveTo>
                  <a:pt x="0" y="0"/>
                </a:moveTo>
                <a:lnTo>
                  <a:pt x="866922" y="0"/>
                </a:lnTo>
                <a:lnTo>
                  <a:pt x="866922" y="930923"/>
                </a:lnTo>
                <a:lnTo>
                  <a:pt x="0" y="9309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452057">
            <a:off x="-33645" y="4571587"/>
            <a:ext cx="5172278" cy="5387789"/>
          </a:xfrm>
          <a:custGeom>
            <a:avLst/>
            <a:gdLst/>
            <a:ahLst/>
            <a:cxnLst/>
            <a:rect l="l" t="t" r="r" b="b"/>
            <a:pathLst>
              <a:path w="5172278" h="5387789">
                <a:moveTo>
                  <a:pt x="0" y="0"/>
                </a:moveTo>
                <a:lnTo>
                  <a:pt x="5172277" y="0"/>
                </a:lnTo>
                <a:lnTo>
                  <a:pt x="5172277" y="5387789"/>
                </a:lnTo>
                <a:lnTo>
                  <a:pt x="0" y="538778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7445036" y="5401850"/>
            <a:ext cx="7787960" cy="1498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23"/>
              </a:lnSpc>
            </a:pPr>
            <a:r>
              <a:rPr lang="en-US" sz="2517">
                <a:solidFill>
                  <a:srgbClr val="50564F"/>
                </a:solidFill>
                <a:latin typeface="Cakerolli"/>
                <a:ea typeface="Cakerolli"/>
                <a:cs typeface="Cakerolli"/>
                <a:sym typeface="Cakerolli"/>
              </a:rPr>
              <a:t>From earthy Sumatran blends to fruity Ethiopian notes, coffee’s diversity spans the globe. Each origin tells its own story through aroma, texture, and depth.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745782" y="3423985"/>
            <a:ext cx="5186469" cy="1863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84"/>
              </a:lnSpc>
            </a:pPr>
            <a:r>
              <a:rPr lang="en-US" sz="6937">
                <a:solidFill>
                  <a:srgbClr val="50564F"/>
                </a:solidFill>
                <a:latin typeface="Genty"/>
                <a:ea typeface="Genty"/>
                <a:cs typeface="Genty"/>
                <a:sym typeface="Genty"/>
              </a:rPr>
              <a:t>A World of Flavors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B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27538" y="1241017"/>
            <a:ext cx="13632925" cy="7600356"/>
          </a:xfrm>
          <a:custGeom>
            <a:avLst/>
            <a:gdLst/>
            <a:ahLst/>
            <a:cxnLst/>
            <a:rect l="l" t="t" r="r" b="b"/>
            <a:pathLst>
              <a:path w="13632925" h="7600356">
                <a:moveTo>
                  <a:pt x="0" y="0"/>
                </a:moveTo>
                <a:lnTo>
                  <a:pt x="13632924" y="0"/>
                </a:lnTo>
                <a:lnTo>
                  <a:pt x="13632924" y="7600355"/>
                </a:lnTo>
                <a:lnTo>
                  <a:pt x="0" y="76003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250020" y="5156139"/>
            <a:ext cx="7787960" cy="1498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23"/>
              </a:lnSpc>
            </a:pPr>
            <a:r>
              <a:rPr lang="en-US" sz="2517">
                <a:solidFill>
                  <a:srgbClr val="50564F"/>
                </a:solidFill>
                <a:latin typeface="Cakerolli"/>
                <a:ea typeface="Cakerolli"/>
                <a:cs typeface="Cakerolli"/>
                <a:sym typeface="Cakerolli"/>
              </a:rPr>
              <a:t>The first sip of coffee feels like sunrise for the soul. It signals the start of possibility, energy, and mindful awareness that sets the tone for the day.</a:t>
            </a:r>
          </a:p>
        </p:txBody>
      </p:sp>
      <p:sp>
        <p:nvSpPr>
          <p:cNvPr id="4" name="Freeform 4"/>
          <p:cNvSpPr/>
          <p:nvPr/>
        </p:nvSpPr>
        <p:spPr>
          <a:xfrm rot="-10800000" flipV="1">
            <a:off x="12651288" y="6248014"/>
            <a:ext cx="5636712" cy="4114800"/>
          </a:xfrm>
          <a:custGeom>
            <a:avLst/>
            <a:gdLst/>
            <a:ahLst/>
            <a:cxnLst/>
            <a:rect l="l" t="t" r="r" b="b"/>
            <a:pathLst>
              <a:path w="5636712" h="4114800">
                <a:moveTo>
                  <a:pt x="0" y="4114800"/>
                </a:moveTo>
                <a:lnTo>
                  <a:pt x="5636712" y="4114800"/>
                </a:lnTo>
                <a:lnTo>
                  <a:pt x="5636712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 flipH="1">
            <a:off x="0" y="0"/>
            <a:ext cx="5636712" cy="4114800"/>
          </a:xfrm>
          <a:custGeom>
            <a:avLst/>
            <a:gdLst/>
            <a:ahLst/>
            <a:cxnLst/>
            <a:rect l="l" t="t" r="r" b="b"/>
            <a:pathLst>
              <a:path w="5636712" h="4114800">
                <a:moveTo>
                  <a:pt x="5636712" y="0"/>
                </a:moveTo>
                <a:lnTo>
                  <a:pt x="0" y="0"/>
                </a:lnTo>
                <a:lnTo>
                  <a:pt x="0" y="4114800"/>
                </a:lnTo>
                <a:lnTo>
                  <a:pt x="5636712" y="4114800"/>
                </a:lnTo>
                <a:lnTo>
                  <a:pt x="563671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242283">
            <a:off x="10049559" y="896144"/>
            <a:ext cx="642325" cy="689745"/>
          </a:xfrm>
          <a:custGeom>
            <a:avLst/>
            <a:gdLst/>
            <a:ahLst/>
            <a:cxnLst/>
            <a:rect l="l" t="t" r="r" b="b"/>
            <a:pathLst>
              <a:path w="642325" h="689745">
                <a:moveTo>
                  <a:pt x="0" y="0"/>
                </a:moveTo>
                <a:lnTo>
                  <a:pt x="642325" y="0"/>
                </a:lnTo>
                <a:lnTo>
                  <a:pt x="642325" y="689745"/>
                </a:lnTo>
                <a:lnTo>
                  <a:pt x="0" y="6897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242283">
            <a:off x="4791348" y="8932646"/>
            <a:ext cx="642325" cy="689745"/>
          </a:xfrm>
          <a:custGeom>
            <a:avLst/>
            <a:gdLst/>
            <a:ahLst/>
            <a:cxnLst/>
            <a:rect l="l" t="t" r="r" b="b"/>
            <a:pathLst>
              <a:path w="642325" h="689745">
                <a:moveTo>
                  <a:pt x="0" y="0"/>
                </a:moveTo>
                <a:lnTo>
                  <a:pt x="642326" y="0"/>
                </a:lnTo>
                <a:lnTo>
                  <a:pt x="642326" y="689746"/>
                </a:lnTo>
                <a:lnTo>
                  <a:pt x="0" y="6897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1958843">
            <a:off x="15977481" y="4860936"/>
            <a:ext cx="1058785" cy="1136951"/>
          </a:xfrm>
          <a:custGeom>
            <a:avLst/>
            <a:gdLst/>
            <a:ahLst/>
            <a:cxnLst/>
            <a:rect l="l" t="t" r="r" b="b"/>
            <a:pathLst>
              <a:path w="1058785" h="1136951">
                <a:moveTo>
                  <a:pt x="0" y="0"/>
                </a:moveTo>
                <a:lnTo>
                  <a:pt x="1058786" y="0"/>
                </a:lnTo>
                <a:lnTo>
                  <a:pt x="1058786" y="1136951"/>
                </a:lnTo>
                <a:lnTo>
                  <a:pt x="0" y="11369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958843">
            <a:off x="939982" y="4427638"/>
            <a:ext cx="1058785" cy="1136951"/>
          </a:xfrm>
          <a:custGeom>
            <a:avLst/>
            <a:gdLst/>
            <a:ahLst/>
            <a:cxnLst/>
            <a:rect l="l" t="t" r="r" b="b"/>
            <a:pathLst>
              <a:path w="1058785" h="1136951">
                <a:moveTo>
                  <a:pt x="0" y="0"/>
                </a:moveTo>
                <a:lnTo>
                  <a:pt x="1058785" y="0"/>
                </a:lnTo>
                <a:lnTo>
                  <a:pt x="1058785" y="1136951"/>
                </a:lnTo>
                <a:lnTo>
                  <a:pt x="0" y="11369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381175">
            <a:off x="15107897" y="265283"/>
            <a:ext cx="4144968" cy="2808216"/>
          </a:xfrm>
          <a:custGeom>
            <a:avLst/>
            <a:gdLst/>
            <a:ahLst/>
            <a:cxnLst/>
            <a:rect l="l" t="t" r="r" b="b"/>
            <a:pathLst>
              <a:path w="4144968" h="2808216">
                <a:moveTo>
                  <a:pt x="0" y="0"/>
                </a:moveTo>
                <a:lnTo>
                  <a:pt x="4144968" y="0"/>
                </a:lnTo>
                <a:lnTo>
                  <a:pt x="4144968" y="2808216"/>
                </a:lnTo>
                <a:lnTo>
                  <a:pt x="0" y="280821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836523">
            <a:off x="509306" y="6246797"/>
            <a:ext cx="2359698" cy="4516169"/>
          </a:xfrm>
          <a:custGeom>
            <a:avLst/>
            <a:gdLst/>
            <a:ahLst/>
            <a:cxnLst/>
            <a:rect l="l" t="t" r="r" b="b"/>
            <a:pathLst>
              <a:path w="2359698" h="4516169">
                <a:moveTo>
                  <a:pt x="0" y="0"/>
                </a:moveTo>
                <a:lnTo>
                  <a:pt x="2359698" y="0"/>
                </a:lnTo>
                <a:lnTo>
                  <a:pt x="2359698" y="4516170"/>
                </a:lnTo>
                <a:lnTo>
                  <a:pt x="0" y="45161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6550766" y="3178274"/>
            <a:ext cx="5186469" cy="1863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84"/>
              </a:lnSpc>
            </a:pPr>
            <a:r>
              <a:rPr lang="en-US" sz="6937">
                <a:solidFill>
                  <a:srgbClr val="50564F"/>
                </a:solidFill>
                <a:latin typeface="Genty"/>
                <a:ea typeface="Genty"/>
                <a:cs typeface="Genty"/>
                <a:sym typeface="Genty"/>
              </a:rPr>
              <a:t>Morning’s First Embrace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B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27538" y="1241017"/>
            <a:ext cx="13632925" cy="7600356"/>
          </a:xfrm>
          <a:custGeom>
            <a:avLst/>
            <a:gdLst/>
            <a:ahLst/>
            <a:cxnLst/>
            <a:rect l="l" t="t" r="r" b="b"/>
            <a:pathLst>
              <a:path w="13632925" h="7600356">
                <a:moveTo>
                  <a:pt x="0" y="0"/>
                </a:moveTo>
                <a:lnTo>
                  <a:pt x="13632924" y="0"/>
                </a:lnTo>
                <a:lnTo>
                  <a:pt x="13632924" y="7600355"/>
                </a:lnTo>
                <a:lnTo>
                  <a:pt x="0" y="76003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242283">
            <a:off x="15433286" y="1119974"/>
            <a:ext cx="642325" cy="689745"/>
          </a:xfrm>
          <a:custGeom>
            <a:avLst/>
            <a:gdLst/>
            <a:ahLst/>
            <a:cxnLst/>
            <a:rect l="l" t="t" r="r" b="b"/>
            <a:pathLst>
              <a:path w="642325" h="689745">
                <a:moveTo>
                  <a:pt x="0" y="0"/>
                </a:moveTo>
                <a:lnTo>
                  <a:pt x="642325" y="0"/>
                </a:lnTo>
                <a:lnTo>
                  <a:pt x="642325" y="689745"/>
                </a:lnTo>
                <a:lnTo>
                  <a:pt x="0" y="6897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242283">
            <a:off x="3808505" y="8932646"/>
            <a:ext cx="642325" cy="689745"/>
          </a:xfrm>
          <a:custGeom>
            <a:avLst/>
            <a:gdLst/>
            <a:ahLst/>
            <a:cxnLst/>
            <a:rect l="l" t="t" r="r" b="b"/>
            <a:pathLst>
              <a:path w="642325" h="689745">
                <a:moveTo>
                  <a:pt x="0" y="0"/>
                </a:moveTo>
                <a:lnTo>
                  <a:pt x="642325" y="0"/>
                </a:lnTo>
                <a:lnTo>
                  <a:pt x="642325" y="689746"/>
                </a:lnTo>
                <a:lnTo>
                  <a:pt x="0" y="6897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958843">
            <a:off x="16616329" y="3663388"/>
            <a:ext cx="1058785" cy="1136951"/>
          </a:xfrm>
          <a:custGeom>
            <a:avLst/>
            <a:gdLst/>
            <a:ahLst/>
            <a:cxnLst/>
            <a:rect l="l" t="t" r="r" b="b"/>
            <a:pathLst>
              <a:path w="1058785" h="1136951">
                <a:moveTo>
                  <a:pt x="0" y="0"/>
                </a:moveTo>
                <a:lnTo>
                  <a:pt x="1058786" y="0"/>
                </a:lnTo>
                <a:lnTo>
                  <a:pt x="1058786" y="1136951"/>
                </a:lnTo>
                <a:lnTo>
                  <a:pt x="0" y="11369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958843">
            <a:off x="923601" y="6960977"/>
            <a:ext cx="1058785" cy="1136951"/>
          </a:xfrm>
          <a:custGeom>
            <a:avLst/>
            <a:gdLst/>
            <a:ahLst/>
            <a:cxnLst/>
            <a:rect l="l" t="t" r="r" b="b"/>
            <a:pathLst>
              <a:path w="1058785" h="1136951">
                <a:moveTo>
                  <a:pt x="0" y="0"/>
                </a:moveTo>
                <a:lnTo>
                  <a:pt x="1058786" y="0"/>
                </a:lnTo>
                <a:lnTo>
                  <a:pt x="1058786" y="1136951"/>
                </a:lnTo>
                <a:lnTo>
                  <a:pt x="0" y="11369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489300" flipH="1">
            <a:off x="12622319" y="5459323"/>
            <a:ext cx="6264259" cy="5175844"/>
          </a:xfrm>
          <a:custGeom>
            <a:avLst/>
            <a:gdLst/>
            <a:ahLst/>
            <a:cxnLst/>
            <a:rect l="l" t="t" r="r" b="b"/>
            <a:pathLst>
              <a:path w="6264259" h="5175844">
                <a:moveTo>
                  <a:pt x="6264258" y="0"/>
                </a:moveTo>
                <a:lnTo>
                  <a:pt x="0" y="0"/>
                </a:lnTo>
                <a:lnTo>
                  <a:pt x="0" y="5175844"/>
                </a:lnTo>
                <a:lnTo>
                  <a:pt x="6264258" y="5175844"/>
                </a:lnTo>
                <a:lnTo>
                  <a:pt x="6264258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223490" y="823344"/>
            <a:ext cx="4775509" cy="3408519"/>
          </a:xfrm>
          <a:custGeom>
            <a:avLst/>
            <a:gdLst/>
            <a:ahLst/>
            <a:cxnLst/>
            <a:rect l="l" t="t" r="r" b="b"/>
            <a:pathLst>
              <a:path w="4775509" h="3408519">
                <a:moveTo>
                  <a:pt x="0" y="0"/>
                </a:moveTo>
                <a:lnTo>
                  <a:pt x="4775509" y="0"/>
                </a:lnTo>
                <a:lnTo>
                  <a:pt x="4775509" y="3408519"/>
                </a:lnTo>
                <a:lnTo>
                  <a:pt x="0" y="34085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9509457" y="3783220"/>
            <a:ext cx="4233344" cy="2812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23"/>
              </a:lnSpc>
            </a:pPr>
            <a:r>
              <a:rPr lang="en-US" sz="2517">
                <a:solidFill>
                  <a:srgbClr val="50564F"/>
                </a:solidFill>
                <a:latin typeface="Cakerolli"/>
                <a:ea typeface="Cakerolli"/>
                <a:cs typeface="Cakerolli"/>
                <a:sym typeface="Cakerolli"/>
              </a:rPr>
              <a:t>In the quiet hum of cafés, ideas are born and friendships flourish. Coffeehouses have long been creative sanctuaries for thinkers, artists, and dreamers.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22988" y="3965954"/>
            <a:ext cx="5186469" cy="1875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84"/>
              </a:lnSpc>
            </a:pPr>
            <a:r>
              <a:rPr lang="en-US" sz="6937">
                <a:solidFill>
                  <a:srgbClr val="50564F"/>
                </a:solidFill>
                <a:latin typeface="Genty"/>
                <a:ea typeface="Genty"/>
                <a:cs typeface="Genty"/>
                <a:sym typeface="Genty"/>
              </a:rPr>
              <a:t>Coffeehouse Conversations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B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4703256" y="1688210"/>
            <a:ext cx="13271521" cy="7398873"/>
          </a:xfrm>
          <a:custGeom>
            <a:avLst/>
            <a:gdLst/>
            <a:ahLst/>
            <a:cxnLst/>
            <a:rect l="l" t="t" r="r" b="b"/>
            <a:pathLst>
              <a:path w="13271521" h="7398873">
                <a:moveTo>
                  <a:pt x="13271521" y="0"/>
                </a:moveTo>
                <a:lnTo>
                  <a:pt x="0" y="0"/>
                </a:lnTo>
                <a:lnTo>
                  <a:pt x="0" y="7398873"/>
                </a:lnTo>
                <a:lnTo>
                  <a:pt x="13271521" y="7398873"/>
                </a:lnTo>
                <a:lnTo>
                  <a:pt x="1327152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 flipH="1">
            <a:off x="0" y="0"/>
            <a:ext cx="5636712" cy="4114800"/>
          </a:xfrm>
          <a:custGeom>
            <a:avLst/>
            <a:gdLst/>
            <a:ahLst/>
            <a:cxnLst/>
            <a:rect l="l" t="t" r="r" b="b"/>
            <a:pathLst>
              <a:path w="5636712" h="4114800">
                <a:moveTo>
                  <a:pt x="5636712" y="0"/>
                </a:moveTo>
                <a:lnTo>
                  <a:pt x="0" y="0"/>
                </a:lnTo>
                <a:lnTo>
                  <a:pt x="0" y="4114800"/>
                </a:lnTo>
                <a:lnTo>
                  <a:pt x="5636712" y="4114800"/>
                </a:lnTo>
                <a:lnTo>
                  <a:pt x="563671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242283">
            <a:off x="8400487" y="9178357"/>
            <a:ext cx="642325" cy="689745"/>
          </a:xfrm>
          <a:custGeom>
            <a:avLst/>
            <a:gdLst/>
            <a:ahLst/>
            <a:cxnLst/>
            <a:rect l="l" t="t" r="r" b="b"/>
            <a:pathLst>
              <a:path w="642325" h="689745">
                <a:moveTo>
                  <a:pt x="0" y="0"/>
                </a:moveTo>
                <a:lnTo>
                  <a:pt x="642325" y="0"/>
                </a:lnTo>
                <a:lnTo>
                  <a:pt x="642325" y="689745"/>
                </a:lnTo>
                <a:lnTo>
                  <a:pt x="0" y="6897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242283">
            <a:off x="15957469" y="1119974"/>
            <a:ext cx="642325" cy="689745"/>
          </a:xfrm>
          <a:custGeom>
            <a:avLst/>
            <a:gdLst/>
            <a:ahLst/>
            <a:cxnLst/>
            <a:rect l="l" t="t" r="r" b="b"/>
            <a:pathLst>
              <a:path w="642325" h="689745">
                <a:moveTo>
                  <a:pt x="0" y="0"/>
                </a:moveTo>
                <a:lnTo>
                  <a:pt x="642325" y="0"/>
                </a:lnTo>
                <a:lnTo>
                  <a:pt x="642325" y="689745"/>
                </a:lnTo>
                <a:lnTo>
                  <a:pt x="0" y="6897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958843">
            <a:off x="16501664" y="8689825"/>
            <a:ext cx="1058785" cy="1136951"/>
          </a:xfrm>
          <a:custGeom>
            <a:avLst/>
            <a:gdLst/>
            <a:ahLst/>
            <a:cxnLst/>
            <a:rect l="l" t="t" r="r" b="b"/>
            <a:pathLst>
              <a:path w="1058785" h="1136951">
                <a:moveTo>
                  <a:pt x="0" y="0"/>
                </a:moveTo>
                <a:lnTo>
                  <a:pt x="1058786" y="0"/>
                </a:lnTo>
                <a:lnTo>
                  <a:pt x="1058786" y="1136950"/>
                </a:lnTo>
                <a:lnTo>
                  <a:pt x="0" y="11369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1958843">
            <a:off x="4089093" y="2545369"/>
            <a:ext cx="866922" cy="930923"/>
          </a:xfrm>
          <a:custGeom>
            <a:avLst/>
            <a:gdLst/>
            <a:ahLst/>
            <a:cxnLst/>
            <a:rect l="l" t="t" r="r" b="b"/>
            <a:pathLst>
              <a:path w="866922" h="930923">
                <a:moveTo>
                  <a:pt x="0" y="0"/>
                </a:moveTo>
                <a:lnTo>
                  <a:pt x="866922" y="0"/>
                </a:lnTo>
                <a:lnTo>
                  <a:pt x="866922" y="930923"/>
                </a:lnTo>
                <a:lnTo>
                  <a:pt x="0" y="9309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408678" flipH="1">
            <a:off x="-42833" y="5077346"/>
            <a:ext cx="5368586" cy="5563302"/>
          </a:xfrm>
          <a:custGeom>
            <a:avLst/>
            <a:gdLst/>
            <a:ahLst/>
            <a:cxnLst/>
            <a:rect l="l" t="t" r="r" b="b"/>
            <a:pathLst>
              <a:path w="5368586" h="5563302">
                <a:moveTo>
                  <a:pt x="5368587" y="0"/>
                </a:moveTo>
                <a:lnTo>
                  <a:pt x="0" y="0"/>
                </a:lnTo>
                <a:lnTo>
                  <a:pt x="0" y="5563302"/>
                </a:lnTo>
                <a:lnTo>
                  <a:pt x="5368587" y="5563302"/>
                </a:lnTo>
                <a:lnTo>
                  <a:pt x="5368587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7445036" y="5401850"/>
            <a:ext cx="7787960" cy="1498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23"/>
              </a:lnSpc>
            </a:pPr>
            <a:r>
              <a:rPr lang="en-US" sz="2517">
                <a:solidFill>
                  <a:srgbClr val="50564F"/>
                </a:solidFill>
                <a:latin typeface="Cakerolli"/>
                <a:ea typeface="Cakerolli"/>
                <a:cs typeface="Cakerolli"/>
                <a:sym typeface="Cakerolli"/>
              </a:rPr>
              <a:t>A cup of coffee teaches us to slow down, to appreciate the present. In every sip lies a gentle reminder that beauty often resides in simplicity and stillness.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80714" y="3423985"/>
            <a:ext cx="7316605" cy="1863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84"/>
              </a:lnSpc>
            </a:pPr>
            <a:r>
              <a:rPr lang="en-US" sz="6937">
                <a:solidFill>
                  <a:srgbClr val="50564F"/>
                </a:solidFill>
                <a:latin typeface="Genty"/>
                <a:ea typeface="Genty"/>
                <a:cs typeface="Genty"/>
                <a:sym typeface="Genty"/>
              </a:rPr>
              <a:t>Savoring Every Moment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929</Words>
  <Application>Microsoft Office PowerPoint</Application>
  <PresentationFormat>Custom</PresentationFormat>
  <Paragraphs>102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Cakerolli</vt:lpstr>
      <vt:lpstr>Cascadia Code</vt:lpstr>
      <vt:lpstr>iCiel Soup of Justice</vt:lpstr>
      <vt:lpstr>Calibri</vt:lpstr>
      <vt:lpstr>Genty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Brown Playful Coffee Presentation</dc:title>
  <cp:lastModifiedBy>Lan Anh Nguyễn</cp:lastModifiedBy>
  <cp:revision>54</cp:revision>
  <dcterms:created xsi:type="dcterms:W3CDTF">2006-08-16T00:00:00Z</dcterms:created>
  <dcterms:modified xsi:type="dcterms:W3CDTF">2026-01-20T16:28:29Z</dcterms:modified>
  <dc:identifier>DAG-9XiF73Q</dc:identifier>
</cp:coreProperties>
</file>